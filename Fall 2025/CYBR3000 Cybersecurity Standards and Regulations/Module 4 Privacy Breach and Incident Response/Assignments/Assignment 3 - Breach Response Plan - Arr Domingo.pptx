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3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73406-B912-42D3-B3F9-106B01672216}" type="datetimeFigureOut">
              <a:rPr lang="en-CA" smtClean="0"/>
              <a:t>2025-11-15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12F91-163E-4681-AEEB-A66B4F3B9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45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12F91-163E-4681-AEEB-A66B4F3B99E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4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2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67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0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6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4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6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6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03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754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4301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5215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9940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6087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65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6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36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puntosicuro.it/sicurezza-informatica-C-90/cybersecurity-la-minaccia-legata-alla-diffusione-di-computer-quantistici-AR-24933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idgeit.com/cybersecurity-washington-dc/" TargetMode="Externa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0161E2F0-B8FD-840C-7F3E-28B5BF705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3433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3B4D9-074F-059C-7F0C-97893452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 fontScale="90000"/>
          </a:bodyPr>
          <a:lstStyle/>
          <a:p>
            <a:r>
              <a:rPr lang="en-CA" sz="5400" dirty="0">
                <a:solidFill>
                  <a:srgbClr val="FFFFFF"/>
                </a:solidFill>
              </a:rPr>
              <a:t>Cloud Provider Breach “The Gym”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67A4A-DE68-4AEF-BF29-B84B31443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CA" sz="2200" dirty="0">
                <a:solidFill>
                  <a:srgbClr val="FFFFFF"/>
                </a:solidFill>
              </a:rPr>
              <a:t>Submitted by: Arr Domingo</a:t>
            </a:r>
          </a:p>
          <a:p>
            <a:r>
              <a:rPr lang="en-CA" sz="2200" dirty="0">
                <a:solidFill>
                  <a:srgbClr val="FFFFFF"/>
                </a:solidFill>
              </a:rPr>
              <a:t>Instructor: Sami </a:t>
            </a:r>
          </a:p>
        </p:txBody>
      </p:sp>
    </p:spTree>
    <p:extLst>
      <p:ext uri="{BB962C8B-B14F-4D97-AF65-F5344CB8AC3E}">
        <p14:creationId xmlns:p14="http://schemas.microsoft.com/office/powerpoint/2010/main" val="3515951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adlock icon&#10;&#10;AI-generated content may be incorrect.">
            <a:extLst>
              <a:ext uri="{FF2B5EF4-FFF2-40B4-BE49-F238E27FC236}">
                <a16:creationId xmlns:a16="http://schemas.microsoft.com/office/drawing/2014/main" id="{824CB9A5-C88C-0E98-158E-2BA8C5B8AD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7085" b="1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303E62F-257C-43A0-BEF7-E0DECD8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325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2C8ED-3099-8A65-BD86-8D5D7ABB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CA"/>
              <a:t>Team and Policies (Preparation Phase)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F7626-4615-2DDB-C80E-FA5F40D5B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695136"/>
          </a:xfrm>
        </p:spPr>
        <p:txBody>
          <a:bodyPr>
            <a:normAutofit/>
          </a:bodyPr>
          <a:lstStyle/>
          <a:p>
            <a:pPr lvl="1"/>
            <a:r>
              <a:rPr lang="en-CA"/>
              <a:t>Incident Response Team (IRT)</a:t>
            </a:r>
          </a:p>
          <a:p>
            <a:pPr lvl="2"/>
            <a:r>
              <a:rPr lang="en-CA"/>
              <a:t>IR Lead: coordinates overall response and communication</a:t>
            </a:r>
          </a:p>
          <a:p>
            <a:pPr lvl="2"/>
            <a:r>
              <a:rPr lang="en-CA"/>
              <a:t>Cybersecurity Analyst: Investigate API activity, access logs</a:t>
            </a:r>
          </a:p>
          <a:p>
            <a:pPr lvl="2"/>
            <a:r>
              <a:rPr lang="en-CA"/>
              <a:t>Legal Counsel: Review cloud vendor contracts, privacy obligations</a:t>
            </a:r>
          </a:p>
          <a:p>
            <a:pPr lvl="2"/>
            <a:r>
              <a:rPr lang="en-CA"/>
              <a:t>PR/Communication: Handle external messaging to customers</a:t>
            </a:r>
          </a:p>
          <a:p>
            <a:pPr lvl="1"/>
            <a:r>
              <a:rPr lang="en-CA"/>
              <a:t>Key Policies</a:t>
            </a:r>
          </a:p>
          <a:p>
            <a:pPr lvl="2"/>
            <a:r>
              <a:rPr lang="en-CA"/>
              <a:t>Vendor Management Policy: Defines third-party security obligations</a:t>
            </a:r>
          </a:p>
          <a:p>
            <a:pPr lvl="2"/>
            <a:r>
              <a:rPr lang="en-CA"/>
              <a:t>Access Control policy: Ensures API keys and credentials are rotated</a:t>
            </a:r>
          </a:p>
          <a:p>
            <a:pPr lvl="2"/>
            <a:r>
              <a:rPr lang="en-CA"/>
              <a:t>Data Backup policy: Ensures secure offsite copies of customer data</a:t>
            </a:r>
          </a:p>
          <a:p>
            <a:pPr lvl="2"/>
            <a:r>
              <a:rPr lang="en-CA"/>
              <a:t>Incident Response Policy: Defines breach notification procedures</a:t>
            </a:r>
          </a:p>
          <a:p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34C27-AB6B-D314-A64C-1D2B5EA4FE56}"/>
              </a:ext>
            </a:extLst>
          </p:cNvPr>
          <p:cNvSpPr txBox="1"/>
          <p:nvPr/>
        </p:nvSpPr>
        <p:spPr>
          <a:xfrm>
            <a:off x="9388027" y="6657945"/>
            <a:ext cx="280397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4" tooltip="https://www.puntosicuro.it/sicurezza-informatica-C-90/cybersecurity-la-minaccia-legata-alla-diffusione-di-computer-quantistici-AR-24933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C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24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49102-0290-383D-40A8-6F6EDE2D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70FC-300C-20A7-9E2D-D92FD929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472" y="609600"/>
            <a:ext cx="6340084" cy="1326321"/>
          </a:xfrm>
        </p:spPr>
        <p:txBody>
          <a:bodyPr>
            <a:normAutofit/>
          </a:bodyPr>
          <a:lstStyle/>
          <a:p>
            <a:r>
              <a:rPr lang="en-CA" dirty="0"/>
              <a:t>Detection and analysis</a:t>
            </a:r>
          </a:p>
        </p:txBody>
      </p:sp>
      <p:pic>
        <p:nvPicPr>
          <p:cNvPr id="7" name="Picture 6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2C3F91E1-51EF-21FC-787E-F46F943F96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3926" r="7698"/>
          <a:stretch>
            <a:fillRect/>
          </a:stretch>
        </p:blipFill>
        <p:spPr>
          <a:xfrm>
            <a:off x="20" y="10"/>
            <a:ext cx="4635987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F701B-79EC-9FD7-1205-8895B7F0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471" y="2096064"/>
            <a:ext cx="6340085" cy="3695136"/>
          </a:xfrm>
        </p:spPr>
        <p:txBody>
          <a:bodyPr>
            <a:normAutofit/>
          </a:bodyPr>
          <a:lstStyle/>
          <a:p>
            <a:pPr marL="456565" indent="-456565"/>
            <a:r>
              <a:rPr lang="en-US" dirty="0">
                <a:latin typeface="Arial"/>
                <a:cs typeface="Arial"/>
              </a:rPr>
              <a:t>Alert triggered by cloud monitoring tool </a:t>
            </a:r>
            <a:r>
              <a:rPr lang="en-US" dirty="0">
                <a:latin typeface="Arial"/>
                <a:cs typeface="Arial"/>
                <a:sym typeface="Wingdings" panose="05000000000000000000" pitchFamily="2" charset="2"/>
              </a:rPr>
              <a:t> API misuse detected</a:t>
            </a:r>
          </a:p>
          <a:p>
            <a:pPr marL="456565" indent="-456565"/>
            <a:r>
              <a:rPr lang="en-US" dirty="0">
                <a:latin typeface="Arial"/>
                <a:cs typeface="Arial"/>
                <a:sym typeface="Wingdings" panose="05000000000000000000" pitchFamily="2" charset="2"/>
              </a:rPr>
              <a:t>Verify breach scope: identify affected tenant data, timestamp, IPs</a:t>
            </a:r>
          </a:p>
          <a:p>
            <a:pPr marL="456565" indent="-456565"/>
            <a:r>
              <a:rPr lang="en-US" dirty="0">
                <a:latin typeface="Arial"/>
                <a:cs typeface="Arial"/>
                <a:sym typeface="Wingdings" panose="05000000000000000000" pitchFamily="2" charset="2"/>
              </a:rPr>
              <a:t>Preserve forensic evidence (API logs, IAM events, cloud audit trails)</a:t>
            </a:r>
            <a:endParaRPr lang="en-US" dirty="0">
              <a:latin typeface="Arial"/>
              <a:cs typeface="Arial"/>
            </a:endParaRPr>
          </a:p>
          <a:p>
            <a:endParaRPr lang="en-CA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6007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8348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54</TotalTime>
  <Words>154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Bookman Old Style</vt:lpstr>
      <vt:lpstr>Calibri</vt:lpstr>
      <vt:lpstr>Rockwell</vt:lpstr>
      <vt:lpstr>Damask</vt:lpstr>
      <vt:lpstr>Cloud Provider Breach “The Gym”</vt:lpstr>
      <vt:lpstr>Team and Policies (Preparation Phase)</vt:lpstr>
      <vt:lpstr>Detection and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ARR PERSONAL ACOUNT</dc:creator>
  <cp:lastModifiedBy>ARR PERSONAL ACOUNT</cp:lastModifiedBy>
  <cp:revision>3</cp:revision>
  <dcterms:created xsi:type="dcterms:W3CDTF">2025-11-15T20:44:34Z</dcterms:created>
  <dcterms:modified xsi:type="dcterms:W3CDTF">2025-11-15T21:39:14Z</dcterms:modified>
</cp:coreProperties>
</file>