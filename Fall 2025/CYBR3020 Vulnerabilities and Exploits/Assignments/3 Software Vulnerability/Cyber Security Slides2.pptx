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4105" r:id="rId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747A94"/>
    <a:srgbClr val="111340"/>
    <a:srgbClr val="FFFFFF"/>
    <a:srgbClr val="069EEC"/>
    <a:srgbClr val="029648"/>
    <a:srgbClr val="ED880C"/>
    <a:srgbClr val="FFBD43"/>
    <a:srgbClr val="6C63FF"/>
    <a:srgbClr val="C4C2BF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16" autoAdjust="0"/>
    <p:restoredTop sz="91973" autoAdjust="0"/>
  </p:normalViewPr>
  <p:slideViewPr>
    <p:cSldViewPr snapToGrid="0" snapToObjects="1">
      <p:cViewPr varScale="1">
        <p:scale>
          <a:sx n="41" d="100"/>
          <a:sy n="41" d="100"/>
        </p:scale>
        <p:origin x="92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104" d="100"/>
          <a:sy n="104" d="100"/>
        </p:scale>
        <p:origin x="392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C7C260-6200-9446-B35F-984101C6E8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Poppins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D04AF-EEA5-704F-BE68-B432F70C5E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FB706-899B-374D-8CD5-EAE4E8384D44}" type="datetimeFigureOut">
              <a:rPr lang="en-US" smtClean="0">
                <a:latin typeface="Poppins" pitchFamily="2" charset="77"/>
              </a:rPr>
              <a:t>11/21/2025</a:t>
            </a:fld>
            <a:endParaRPr lang="en-US" dirty="0">
              <a:latin typeface="Poppins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6929F-8C07-4343-9FD0-5AB52DA952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Poppins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E5189-9438-DF43-A2E4-1CC3CEC7B6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BF70C-94E2-364C-968F-9760A4D679E9}" type="slidenum">
              <a:rPr lang="en-US" smtClean="0">
                <a:latin typeface="Poppins" pitchFamily="2" charset="77"/>
              </a:rPr>
              <a:t>‹#›</a:t>
            </a:fld>
            <a:endParaRPr lang="en-US" dirty="0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9680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EFC10EE1-B198-C942-8235-326C972CBB30}" type="datetimeFigureOut">
              <a:rPr lang="en-US" smtClean="0"/>
              <a:pPr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</p:sldLayoutIdLst>
  <p:hf hdr="0" ftr="0" dt="0"/>
  <p:txStyles>
    <p:titleStyle>
      <a:lvl1pPr algn="ctr" defTabSz="1828434" rtl="0" eaLnBrk="1" latinLnBrk="0" hangingPunct="1">
        <a:lnSpc>
          <a:spcPct val="90000"/>
        </a:lnSpc>
        <a:spcBef>
          <a:spcPct val="0"/>
        </a:spcBef>
        <a:buNone/>
        <a:defRPr lang="en-US" sz="8000" b="1" i="0" kern="1200" spc="-290" baseline="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000" b="0" i="0" kern="1200" spc="-30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spc="-30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3E7562-45CD-444D-A3EC-8800FCEC8326}"/>
              </a:ext>
            </a:extLst>
          </p:cNvPr>
          <p:cNvGrpSpPr/>
          <p:nvPr/>
        </p:nvGrpSpPr>
        <p:grpSpPr>
          <a:xfrm>
            <a:off x="11071140" y="3661926"/>
            <a:ext cx="11805885" cy="8906221"/>
            <a:chOff x="11071140" y="3661926"/>
            <a:chExt cx="11805885" cy="8906221"/>
          </a:xfrm>
        </p:grpSpPr>
        <p:sp>
          <p:nvSpPr>
            <p:cNvPr id="14" name="Freeform 2">
              <a:extLst>
                <a:ext uri="{FF2B5EF4-FFF2-40B4-BE49-F238E27FC236}">
                  <a16:creationId xmlns:a16="http://schemas.microsoft.com/office/drawing/2014/main" id="{8885C3EC-04C5-9443-8189-1DC0D19C2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8895" y="3796994"/>
              <a:ext cx="8393375" cy="8393374"/>
            </a:xfrm>
            <a:custGeom>
              <a:avLst/>
              <a:gdLst>
                <a:gd name="T0" fmla="*/ 6739 w 6740"/>
                <a:gd name="T1" fmla="*/ 3368 h 6738"/>
                <a:gd name="T2" fmla="*/ 6739 w 6740"/>
                <a:gd name="T3" fmla="*/ 3368 h 6738"/>
                <a:gd name="T4" fmla="*/ 3369 w 6740"/>
                <a:gd name="T5" fmla="*/ 6737 h 6738"/>
                <a:gd name="T6" fmla="*/ 3369 w 6740"/>
                <a:gd name="T7" fmla="*/ 6737 h 6738"/>
                <a:gd name="T8" fmla="*/ 0 w 6740"/>
                <a:gd name="T9" fmla="*/ 3368 h 6738"/>
                <a:gd name="T10" fmla="*/ 0 w 6740"/>
                <a:gd name="T11" fmla="*/ 3368 h 6738"/>
                <a:gd name="T12" fmla="*/ 3369 w 6740"/>
                <a:gd name="T13" fmla="*/ 0 h 6738"/>
                <a:gd name="T14" fmla="*/ 3369 w 6740"/>
                <a:gd name="T15" fmla="*/ 0 h 6738"/>
                <a:gd name="T16" fmla="*/ 6739 w 6740"/>
                <a:gd name="T17" fmla="*/ 3368 h 6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40" h="6738">
                  <a:moveTo>
                    <a:pt x="6739" y="3368"/>
                  </a:moveTo>
                  <a:lnTo>
                    <a:pt x="6739" y="3368"/>
                  </a:lnTo>
                  <a:cubicBezTo>
                    <a:pt x="6739" y="5229"/>
                    <a:pt x="5230" y="6737"/>
                    <a:pt x="3369" y="6737"/>
                  </a:cubicBezTo>
                  <a:lnTo>
                    <a:pt x="3369" y="6737"/>
                  </a:lnTo>
                  <a:cubicBezTo>
                    <a:pt x="1509" y="6737"/>
                    <a:pt x="0" y="5229"/>
                    <a:pt x="0" y="3368"/>
                  </a:cubicBezTo>
                  <a:lnTo>
                    <a:pt x="0" y="3368"/>
                  </a:lnTo>
                  <a:cubicBezTo>
                    <a:pt x="0" y="1508"/>
                    <a:pt x="1509" y="0"/>
                    <a:pt x="3369" y="0"/>
                  </a:cubicBezTo>
                  <a:lnTo>
                    <a:pt x="3369" y="0"/>
                  </a:lnTo>
                  <a:cubicBezTo>
                    <a:pt x="5230" y="0"/>
                    <a:pt x="6739" y="1508"/>
                    <a:pt x="6739" y="3368"/>
                  </a:cubicBezTo>
                </a:path>
              </a:pathLst>
            </a:custGeom>
            <a:solidFill>
              <a:srgbClr val="97ECF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539216D-F81C-E945-A4E6-59941C1F5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88630" y="5697587"/>
              <a:ext cx="1135791" cy="355795"/>
            </a:xfrm>
            <a:custGeom>
              <a:avLst/>
              <a:gdLst>
                <a:gd name="connsiteX0" fmla="*/ 1015367 w 1135791"/>
                <a:gd name="connsiteY0" fmla="*/ 329583 h 355795"/>
                <a:gd name="connsiteX1" fmla="*/ 1125650 w 1135791"/>
                <a:gd name="connsiteY1" fmla="*/ 329583 h 355795"/>
                <a:gd name="connsiteX2" fmla="*/ 1135791 w 1135791"/>
                <a:gd name="connsiteY2" fmla="*/ 338835 h 355795"/>
                <a:gd name="connsiteX3" fmla="*/ 1125650 w 1135791"/>
                <a:gd name="connsiteY3" fmla="*/ 350399 h 355795"/>
                <a:gd name="connsiteX4" fmla="*/ 1015367 w 1135791"/>
                <a:gd name="connsiteY4" fmla="*/ 350399 h 355795"/>
                <a:gd name="connsiteX5" fmla="*/ 1005226 w 1135791"/>
                <a:gd name="connsiteY5" fmla="*/ 338835 h 355795"/>
                <a:gd name="connsiteX6" fmla="*/ 1015367 w 1135791"/>
                <a:gd name="connsiteY6" fmla="*/ 329583 h 355795"/>
                <a:gd name="connsiteX7" fmla="*/ 654189 w 1135791"/>
                <a:gd name="connsiteY7" fmla="*/ 329583 h 355795"/>
                <a:gd name="connsiteX8" fmla="*/ 834727 w 1135791"/>
                <a:gd name="connsiteY8" fmla="*/ 329583 h 355795"/>
                <a:gd name="connsiteX9" fmla="*/ 844688 w 1135791"/>
                <a:gd name="connsiteY9" fmla="*/ 338835 h 355795"/>
                <a:gd name="connsiteX10" fmla="*/ 834727 w 1135791"/>
                <a:gd name="connsiteY10" fmla="*/ 350399 h 355795"/>
                <a:gd name="connsiteX11" fmla="*/ 654189 w 1135791"/>
                <a:gd name="connsiteY11" fmla="*/ 350399 h 355795"/>
                <a:gd name="connsiteX12" fmla="*/ 644228 w 1135791"/>
                <a:gd name="connsiteY12" fmla="*/ 338835 h 355795"/>
                <a:gd name="connsiteX13" fmla="*/ 654189 w 1135791"/>
                <a:gd name="connsiteY13" fmla="*/ 329583 h 355795"/>
                <a:gd name="connsiteX14" fmla="*/ 295603 w 1135791"/>
                <a:gd name="connsiteY14" fmla="*/ 329583 h 355795"/>
                <a:gd name="connsiteX15" fmla="*/ 476141 w 1135791"/>
                <a:gd name="connsiteY15" fmla="*/ 329583 h 355795"/>
                <a:gd name="connsiteX16" fmla="*/ 486102 w 1135791"/>
                <a:gd name="connsiteY16" fmla="*/ 338835 h 355795"/>
                <a:gd name="connsiteX17" fmla="*/ 476141 w 1135791"/>
                <a:gd name="connsiteY17" fmla="*/ 350399 h 355795"/>
                <a:gd name="connsiteX18" fmla="*/ 295603 w 1135791"/>
                <a:gd name="connsiteY18" fmla="*/ 350399 h 355795"/>
                <a:gd name="connsiteX19" fmla="*/ 285642 w 1135791"/>
                <a:gd name="connsiteY19" fmla="*/ 338835 h 355795"/>
                <a:gd name="connsiteX20" fmla="*/ 295603 w 1135791"/>
                <a:gd name="connsiteY20" fmla="*/ 329583 h 355795"/>
                <a:gd name="connsiteX21" fmla="*/ 10141 w 1135791"/>
                <a:gd name="connsiteY21" fmla="*/ 225217 h 355795"/>
                <a:gd name="connsiteX22" fmla="*/ 21550 w 1135791"/>
                <a:gd name="connsiteY22" fmla="*/ 236517 h 355795"/>
                <a:gd name="connsiteX23" fmla="*/ 21550 w 1135791"/>
                <a:gd name="connsiteY23" fmla="*/ 333195 h 355795"/>
                <a:gd name="connsiteX24" fmla="*/ 119157 w 1135791"/>
                <a:gd name="connsiteY24" fmla="*/ 333195 h 355795"/>
                <a:gd name="connsiteX25" fmla="*/ 130565 w 1135791"/>
                <a:gd name="connsiteY25" fmla="*/ 343239 h 355795"/>
                <a:gd name="connsiteX26" fmla="*/ 119157 w 1135791"/>
                <a:gd name="connsiteY26" fmla="*/ 355795 h 355795"/>
                <a:gd name="connsiteX27" fmla="*/ 10141 w 1135791"/>
                <a:gd name="connsiteY27" fmla="*/ 355795 h 355795"/>
                <a:gd name="connsiteX28" fmla="*/ 0 w 1135791"/>
                <a:gd name="connsiteY28" fmla="*/ 343239 h 355795"/>
                <a:gd name="connsiteX29" fmla="*/ 0 w 1135791"/>
                <a:gd name="connsiteY29" fmla="*/ 236517 h 355795"/>
                <a:gd name="connsiteX30" fmla="*/ 10141 w 1135791"/>
                <a:gd name="connsiteY30" fmla="*/ 225217 h 355795"/>
                <a:gd name="connsiteX31" fmla="*/ 9765 w 1135791"/>
                <a:gd name="connsiteY31" fmla="*/ 0 h 355795"/>
                <a:gd name="connsiteX32" fmla="*/ 20751 w 1135791"/>
                <a:gd name="connsiteY32" fmla="*/ 11300 h 355795"/>
                <a:gd name="connsiteX33" fmla="*/ 20751 w 1135791"/>
                <a:gd name="connsiteY33" fmla="*/ 119278 h 355795"/>
                <a:gd name="connsiteX34" fmla="*/ 9765 w 1135791"/>
                <a:gd name="connsiteY34" fmla="*/ 130578 h 355795"/>
                <a:gd name="connsiteX35" fmla="*/ 0 w 1135791"/>
                <a:gd name="connsiteY35" fmla="*/ 119278 h 355795"/>
                <a:gd name="connsiteX36" fmla="*/ 0 w 1135791"/>
                <a:gd name="connsiteY36" fmla="*/ 11300 h 355795"/>
                <a:gd name="connsiteX37" fmla="*/ 9765 w 1135791"/>
                <a:gd name="connsiteY37" fmla="*/ 0 h 35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135791" h="355795">
                  <a:moveTo>
                    <a:pt x="1015367" y="329583"/>
                  </a:moveTo>
                  <a:lnTo>
                    <a:pt x="1125650" y="329583"/>
                  </a:lnTo>
                  <a:cubicBezTo>
                    <a:pt x="1130721" y="329583"/>
                    <a:pt x="1135791" y="334209"/>
                    <a:pt x="1135791" y="338835"/>
                  </a:cubicBezTo>
                  <a:cubicBezTo>
                    <a:pt x="1135791" y="344617"/>
                    <a:pt x="1130721" y="350399"/>
                    <a:pt x="1125650" y="350399"/>
                  </a:cubicBezTo>
                  <a:lnTo>
                    <a:pt x="1015367" y="350399"/>
                  </a:lnTo>
                  <a:cubicBezTo>
                    <a:pt x="1010297" y="350399"/>
                    <a:pt x="1005226" y="344617"/>
                    <a:pt x="1005226" y="338835"/>
                  </a:cubicBezTo>
                  <a:cubicBezTo>
                    <a:pt x="1005226" y="334209"/>
                    <a:pt x="1010297" y="329583"/>
                    <a:pt x="1015367" y="329583"/>
                  </a:cubicBezTo>
                  <a:close/>
                  <a:moveTo>
                    <a:pt x="654189" y="329583"/>
                  </a:moveTo>
                  <a:lnTo>
                    <a:pt x="834727" y="329583"/>
                  </a:lnTo>
                  <a:cubicBezTo>
                    <a:pt x="839708" y="329583"/>
                    <a:pt x="844688" y="334209"/>
                    <a:pt x="844688" y="338835"/>
                  </a:cubicBezTo>
                  <a:cubicBezTo>
                    <a:pt x="844688" y="344617"/>
                    <a:pt x="839708" y="350399"/>
                    <a:pt x="834727" y="350399"/>
                  </a:cubicBezTo>
                  <a:lnTo>
                    <a:pt x="654189" y="350399"/>
                  </a:lnTo>
                  <a:cubicBezTo>
                    <a:pt x="647963" y="350399"/>
                    <a:pt x="644228" y="344617"/>
                    <a:pt x="644228" y="338835"/>
                  </a:cubicBezTo>
                  <a:cubicBezTo>
                    <a:pt x="644228" y="334209"/>
                    <a:pt x="647963" y="329583"/>
                    <a:pt x="654189" y="329583"/>
                  </a:cubicBezTo>
                  <a:close/>
                  <a:moveTo>
                    <a:pt x="295603" y="329583"/>
                  </a:moveTo>
                  <a:lnTo>
                    <a:pt x="476141" y="329583"/>
                  </a:lnTo>
                  <a:cubicBezTo>
                    <a:pt x="481121" y="329583"/>
                    <a:pt x="486102" y="334209"/>
                    <a:pt x="486102" y="338835"/>
                  </a:cubicBezTo>
                  <a:cubicBezTo>
                    <a:pt x="486102" y="344617"/>
                    <a:pt x="481121" y="350399"/>
                    <a:pt x="476141" y="350399"/>
                  </a:cubicBezTo>
                  <a:lnTo>
                    <a:pt x="295603" y="350399"/>
                  </a:lnTo>
                  <a:cubicBezTo>
                    <a:pt x="289377" y="350399"/>
                    <a:pt x="285642" y="344617"/>
                    <a:pt x="285642" y="338835"/>
                  </a:cubicBezTo>
                  <a:cubicBezTo>
                    <a:pt x="285642" y="334209"/>
                    <a:pt x="289377" y="329583"/>
                    <a:pt x="295603" y="329583"/>
                  </a:cubicBezTo>
                  <a:close/>
                  <a:moveTo>
                    <a:pt x="10141" y="225217"/>
                  </a:moveTo>
                  <a:cubicBezTo>
                    <a:pt x="16479" y="225217"/>
                    <a:pt x="21550" y="230239"/>
                    <a:pt x="21550" y="236517"/>
                  </a:cubicBezTo>
                  <a:lnTo>
                    <a:pt x="21550" y="333195"/>
                  </a:lnTo>
                  <a:lnTo>
                    <a:pt x="119157" y="333195"/>
                  </a:lnTo>
                  <a:cubicBezTo>
                    <a:pt x="125495" y="333195"/>
                    <a:pt x="130565" y="338217"/>
                    <a:pt x="130565" y="343239"/>
                  </a:cubicBezTo>
                  <a:cubicBezTo>
                    <a:pt x="130565" y="349517"/>
                    <a:pt x="125495" y="355795"/>
                    <a:pt x="119157" y="355795"/>
                  </a:cubicBezTo>
                  <a:lnTo>
                    <a:pt x="10141" y="355795"/>
                  </a:lnTo>
                  <a:cubicBezTo>
                    <a:pt x="3803" y="355795"/>
                    <a:pt x="0" y="349517"/>
                    <a:pt x="0" y="343239"/>
                  </a:cubicBezTo>
                  <a:lnTo>
                    <a:pt x="0" y="236517"/>
                  </a:lnTo>
                  <a:cubicBezTo>
                    <a:pt x="0" y="230239"/>
                    <a:pt x="3803" y="225217"/>
                    <a:pt x="10141" y="225217"/>
                  </a:cubicBezTo>
                  <a:close/>
                  <a:moveTo>
                    <a:pt x="9765" y="0"/>
                  </a:moveTo>
                  <a:cubicBezTo>
                    <a:pt x="15869" y="0"/>
                    <a:pt x="20751" y="5022"/>
                    <a:pt x="20751" y="11300"/>
                  </a:cubicBezTo>
                  <a:lnTo>
                    <a:pt x="20751" y="119278"/>
                  </a:lnTo>
                  <a:cubicBezTo>
                    <a:pt x="20751" y="125555"/>
                    <a:pt x="15869" y="130578"/>
                    <a:pt x="9765" y="130578"/>
                  </a:cubicBezTo>
                  <a:cubicBezTo>
                    <a:pt x="3662" y="130578"/>
                    <a:pt x="0" y="125555"/>
                    <a:pt x="0" y="119278"/>
                  </a:cubicBezTo>
                  <a:lnTo>
                    <a:pt x="0" y="11300"/>
                  </a:lnTo>
                  <a:cubicBezTo>
                    <a:pt x="0" y="5022"/>
                    <a:pt x="3662" y="0"/>
                    <a:pt x="9765" y="0"/>
                  </a:cubicBezTo>
                  <a:close/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99405A0-8B7B-CA4D-B4FD-778F57B2F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12124" y="7773959"/>
              <a:ext cx="2525533" cy="1036919"/>
            </a:xfrm>
            <a:custGeom>
              <a:avLst/>
              <a:gdLst>
                <a:gd name="connsiteX0" fmla="*/ 1038274 w 2525533"/>
                <a:gd name="connsiteY0" fmla="*/ 1010720 h 1036919"/>
                <a:gd name="connsiteX1" fmla="*/ 1223505 w 2525533"/>
                <a:gd name="connsiteY1" fmla="*/ 1010720 h 1036919"/>
                <a:gd name="connsiteX2" fmla="*/ 1234694 w 2525533"/>
                <a:gd name="connsiteY2" fmla="*/ 1021706 h 1036919"/>
                <a:gd name="connsiteX3" fmla="*/ 1223505 w 2525533"/>
                <a:gd name="connsiteY3" fmla="*/ 1031471 h 1036919"/>
                <a:gd name="connsiteX4" fmla="*/ 1038274 w 2525533"/>
                <a:gd name="connsiteY4" fmla="*/ 1031471 h 1036919"/>
                <a:gd name="connsiteX5" fmla="*/ 1028329 w 2525533"/>
                <a:gd name="connsiteY5" fmla="*/ 1021706 h 1036919"/>
                <a:gd name="connsiteX6" fmla="*/ 1038274 w 2525533"/>
                <a:gd name="connsiteY6" fmla="*/ 1010720 h 1036919"/>
                <a:gd name="connsiteX7" fmla="*/ 670298 w 2525533"/>
                <a:gd name="connsiteY7" fmla="*/ 1010720 h 1036919"/>
                <a:gd name="connsiteX8" fmla="*/ 854286 w 2525533"/>
                <a:gd name="connsiteY8" fmla="*/ 1010720 h 1036919"/>
                <a:gd name="connsiteX9" fmla="*/ 865474 w 2525533"/>
                <a:gd name="connsiteY9" fmla="*/ 1021706 h 1036919"/>
                <a:gd name="connsiteX10" fmla="*/ 854286 w 2525533"/>
                <a:gd name="connsiteY10" fmla="*/ 1031471 h 1036919"/>
                <a:gd name="connsiteX11" fmla="*/ 670298 w 2525533"/>
                <a:gd name="connsiteY11" fmla="*/ 1031471 h 1036919"/>
                <a:gd name="connsiteX12" fmla="*/ 660352 w 2525533"/>
                <a:gd name="connsiteY12" fmla="*/ 1021706 h 1036919"/>
                <a:gd name="connsiteX13" fmla="*/ 670298 w 2525533"/>
                <a:gd name="connsiteY13" fmla="*/ 1010720 h 1036919"/>
                <a:gd name="connsiteX14" fmla="*/ 302321 w 2525533"/>
                <a:gd name="connsiteY14" fmla="*/ 1010720 h 1036919"/>
                <a:gd name="connsiteX15" fmla="*/ 486310 w 2525533"/>
                <a:gd name="connsiteY15" fmla="*/ 1010720 h 1036919"/>
                <a:gd name="connsiteX16" fmla="*/ 496255 w 2525533"/>
                <a:gd name="connsiteY16" fmla="*/ 1021706 h 1036919"/>
                <a:gd name="connsiteX17" fmla="*/ 486310 w 2525533"/>
                <a:gd name="connsiteY17" fmla="*/ 1031471 h 1036919"/>
                <a:gd name="connsiteX18" fmla="*/ 302321 w 2525533"/>
                <a:gd name="connsiteY18" fmla="*/ 1031471 h 1036919"/>
                <a:gd name="connsiteX19" fmla="*/ 291133 w 2525533"/>
                <a:gd name="connsiteY19" fmla="*/ 1021706 h 1036919"/>
                <a:gd name="connsiteX20" fmla="*/ 302321 w 2525533"/>
                <a:gd name="connsiteY20" fmla="*/ 1010720 h 1036919"/>
                <a:gd name="connsiteX21" fmla="*/ 1520005 w 2525533"/>
                <a:gd name="connsiteY21" fmla="*/ 906354 h 1036919"/>
                <a:gd name="connsiteX22" fmla="*/ 1531305 w 2525533"/>
                <a:gd name="connsiteY22" fmla="*/ 917763 h 1036919"/>
                <a:gd name="connsiteX23" fmla="*/ 1531305 w 2525533"/>
                <a:gd name="connsiteY23" fmla="*/ 1026778 h 1036919"/>
                <a:gd name="connsiteX24" fmla="*/ 1520005 w 2525533"/>
                <a:gd name="connsiteY24" fmla="*/ 1036919 h 1036919"/>
                <a:gd name="connsiteX25" fmla="*/ 1412028 w 2525533"/>
                <a:gd name="connsiteY25" fmla="*/ 1036919 h 1036919"/>
                <a:gd name="connsiteX26" fmla="*/ 1400728 w 2525533"/>
                <a:gd name="connsiteY26" fmla="*/ 1026778 h 1036919"/>
                <a:gd name="connsiteX27" fmla="*/ 1412028 w 2525533"/>
                <a:gd name="connsiteY27" fmla="*/ 1015370 h 1036919"/>
                <a:gd name="connsiteX28" fmla="*/ 1509961 w 2525533"/>
                <a:gd name="connsiteY28" fmla="*/ 1015370 h 1036919"/>
                <a:gd name="connsiteX29" fmla="*/ 1509961 w 2525533"/>
                <a:gd name="connsiteY29" fmla="*/ 917763 h 1036919"/>
                <a:gd name="connsiteX30" fmla="*/ 1520005 w 2525533"/>
                <a:gd name="connsiteY30" fmla="*/ 906354 h 1036919"/>
                <a:gd name="connsiteX31" fmla="*/ 10141 w 2525533"/>
                <a:gd name="connsiteY31" fmla="*/ 906354 h 1036919"/>
                <a:gd name="connsiteX32" fmla="*/ 21550 w 2525533"/>
                <a:gd name="connsiteY32" fmla="*/ 917763 h 1036919"/>
                <a:gd name="connsiteX33" fmla="*/ 21550 w 2525533"/>
                <a:gd name="connsiteY33" fmla="*/ 1015370 h 1036919"/>
                <a:gd name="connsiteX34" fmla="*/ 120424 w 2525533"/>
                <a:gd name="connsiteY34" fmla="*/ 1015370 h 1036919"/>
                <a:gd name="connsiteX35" fmla="*/ 130565 w 2525533"/>
                <a:gd name="connsiteY35" fmla="*/ 1026778 h 1036919"/>
                <a:gd name="connsiteX36" fmla="*/ 120424 w 2525533"/>
                <a:gd name="connsiteY36" fmla="*/ 1036919 h 1036919"/>
                <a:gd name="connsiteX37" fmla="*/ 10141 w 2525533"/>
                <a:gd name="connsiteY37" fmla="*/ 1036919 h 1036919"/>
                <a:gd name="connsiteX38" fmla="*/ 0 w 2525533"/>
                <a:gd name="connsiteY38" fmla="*/ 1026778 h 1036919"/>
                <a:gd name="connsiteX39" fmla="*/ 0 w 2525533"/>
                <a:gd name="connsiteY39" fmla="*/ 917763 h 1036919"/>
                <a:gd name="connsiteX40" fmla="*/ 10141 w 2525533"/>
                <a:gd name="connsiteY40" fmla="*/ 906354 h 1036919"/>
                <a:gd name="connsiteX41" fmla="*/ 9765 w 2525533"/>
                <a:gd name="connsiteY41" fmla="*/ 659165 h 1036919"/>
                <a:gd name="connsiteX42" fmla="*/ 20751 w 2525533"/>
                <a:gd name="connsiteY42" fmla="*/ 670574 h 1036919"/>
                <a:gd name="connsiteX43" fmla="*/ 20751 w 2525533"/>
                <a:gd name="connsiteY43" fmla="*/ 779589 h 1036919"/>
                <a:gd name="connsiteX44" fmla="*/ 9765 w 2525533"/>
                <a:gd name="connsiteY44" fmla="*/ 789730 h 1036919"/>
                <a:gd name="connsiteX45" fmla="*/ 0 w 2525533"/>
                <a:gd name="connsiteY45" fmla="*/ 779589 h 1036919"/>
                <a:gd name="connsiteX46" fmla="*/ 0 w 2525533"/>
                <a:gd name="connsiteY46" fmla="*/ 670574 h 1036919"/>
                <a:gd name="connsiteX47" fmla="*/ 9765 w 2525533"/>
                <a:gd name="connsiteY47" fmla="*/ 659165 h 1036919"/>
                <a:gd name="connsiteX48" fmla="*/ 1514860 w 2525533"/>
                <a:gd name="connsiteY48" fmla="*/ 373527 h 1036919"/>
                <a:gd name="connsiteX49" fmla="*/ 1525846 w 2525533"/>
                <a:gd name="connsiteY49" fmla="*/ 384656 h 1036919"/>
                <a:gd name="connsiteX50" fmla="*/ 1525846 w 2525533"/>
                <a:gd name="connsiteY50" fmla="*/ 648036 h 1036919"/>
                <a:gd name="connsiteX51" fmla="*/ 1514860 w 2525533"/>
                <a:gd name="connsiteY51" fmla="*/ 657928 h 1036919"/>
                <a:gd name="connsiteX52" fmla="*/ 1505095 w 2525533"/>
                <a:gd name="connsiteY52" fmla="*/ 648036 h 1036919"/>
                <a:gd name="connsiteX53" fmla="*/ 1505095 w 2525533"/>
                <a:gd name="connsiteY53" fmla="*/ 384656 h 1036919"/>
                <a:gd name="connsiteX54" fmla="*/ 1514860 w 2525533"/>
                <a:gd name="connsiteY54" fmla="*/ 373527 h 1036919"/>
                <a:gd name="connsiteX55" fmla="*/ 2406377 w 2525533"/>
                <a:gd name="connsiteY55" fmla="*/ 0 h 1036919"/>
                <a:gd name="connsiteX56" fmla="*/ 2515392 w 2525533"/>
                <a:gd name="connsiteY56" fmla="*/ 0 h 1036919"/>
                <a:gd name="connsiteX57" fmla="*/ 2525533 w 2525533"/>
                <a:gd name="connsiteY57" fmla="*/ 10986 h 1036919"/>
                <a:gd name="connsiteX58" fmla="*/ 2515392 w 2525533"/>
                <a:gd name="connsiteY58" fmla="*/ 20751 h 1036919"/>
                <a:gd name="connsiteX59" fmla="*/ 2406377 w 2525533"/>
                <a:gd name="connsiteY59" fmla="*/ 20751 h 1036919"/>
                <a:gd name="connsiteX60" fmla="*/ 2394968 w 2525533"/>
                <a:gd name="connsiteY60" fmla="*/ 10986 h 1036919"/>
                <a:gd name="connsiteX61" fmla="*/ 2406377 w 2525533"/>
                <a:gd name="connsiteY61" fmla="*/ 0 h 1036919"/>
                <a:gd name="connsiteX62" fmla="*/ 1884356 w 2525533"/>
                <a:gd name="connsiteY62" fmla="*/ 0 h 1036919"/>
                <a:gd name="connsiteX63" fmla="*/ 2146295 w 2525533"/>
                <a:gd name="connsiteY63" fmla="*/ 0 h 1036919"/>
                <a:gd name="connsiteX64" fmla="*/ 2157521 w 2525533"/>
                <a:gd name="connsiteY64" fmla="*/ 10986 h 1036919"/>
                <a:gd name="connsiteX65" fmla="*/ 2146295 w 2525533"/>
                <a:gd name="connsiteY65" fmla="*/ 20751 h 1036919"/>
                <a:gd name="connsiteX66" fmla="*/ 1884356 w 2525533"/>
                <a:gd name="connsiteY66" fmla="*/ 20751 h 1036919"/>
                <a:gd name="connsiteX67" fmla="*/ 1873130 w 2525533"/>
                <a:gd name="connsiteY67" fmla="*/ 10986 h 1036919"/>
                <a:gd name="connsiteX68" fmla="*/ 1884356 w 2525533"/>
                <a:gd name="connsiteY68" fmla="*/ 0 h 1036919"/>
                <a:gd name="connsiteX69" fmla="*/ 1515236 w 2525533"/>
                <a:gd name="connsiteY69" fmla="*/ 0 h 1036919"/>
                <a:gd name="connsiteX70" fmla="*/ 1624252 w 2525533"/>
                <a:gd name="connsiteY70" fmla="*/ 0 h 1036919"/>
                <a:gd name="connsiteX71" fmla="*/ 1635660 w 2525533"/>
                <a:gd name="connsiteY71" fmla="*/ 11300 h 1036919"/>
                <a:gd name="connsiteX72" fmla="*/ 1624252 w 2525533"/>
                <a:gd name="connsiteY72" fmla="*/ 21344 h 1036919"/>
                <a:gd name="connsiteX73" fmla="*/ 1526645 w 2525533"/>
                <a:gd name="connsiteY73" fmla="*/ 21344 h 1036919"/>
                <a:gd name="connsiteX74" fmla="*/ 1526645 w 2525533"/>
                <a:gd name="connsiteY74" fmla="*/ 119277 h 1036919"/>
                <a:gd name="connsiteX75" fmla="*/ 1515236 w 2525533"/>
                <a:gd name="connsiteY75" fmla="*/ 130577 h 1036919"/>
                <a:gd name="connsiteX76" fmla="*/ 1505095 w 2525533"/>
                <a:gd name="connsiteY76" fmla="*/ 119277 h 1036919"/>
                <a:gd name="connsiteX77" fmla="*/ 1505095 w 2525533"/>
                <a:gd name="connsiteY77" fmla="*/ 11300 h 1036919"/>
                <a:gd name="connsiteX78" fmla="*/ 1515236 w 2525533"/>
                <a:gd name="connsiteY78" fmla="*/ 0 h 103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2525533" h="1036919">
                  <a:moveTo>
                    <a:pt x="1038274" y="1010720"/>
                  </a:moveTo>
                  <a:lnTo>
                    <a:pt x="1223505" y="1010720"/>
                  </a:lnTo>
                  <a:cubicBezTo>
                    <a:pt x="1229721" y="1010720"/>
                    <a:pt x="1234694" y="1015603"/>
                    <a:pt x="1234694" y="1021706"/>
                  </a:cubicBezTo>
                  <a:cubicBezTo>
                    <a:pt x="1234694" y="1027809"/>
                    <a:pt x="1229721" y="1031471"/>
                    <a:pt x="1223505" y="1031471"/>
                  </a:cubicBezTo>
                  <a:lnTo>
                    <a:pt x="1038274" y="1031471"/>
                  </a:lnTo>
                  <a:cubicBezTo>
                    <a:pt x="1033301" y="1031471"/>
                    <a:pt x="1028329" y="1027809"/>
                    <a:pt x="1028329" y="1021706"/>
                  </a:cubicBezTo>
                  <a:cubicBezTo>
                    <a:pt x="1028329" y="1015603"/>
                    <a:pt x="1033301" y="1010720"/>
                    <a:pt x="1038274" y="1010720"/>
                  </a:cubicBezTo>
                  <a:close/>
                  <a:moveTo>
                    <a:pt x="670298" y="1010720"/>
                  </a:moveTo>
                  <a:lnTo>
                    <a:pt x="854286" y="1010720"/>
                  </a:lnTo>
                  <a:cubicBezTo>
                    <a:pt x="860502" y="1010720"/>
                    <a:pt x="865474" y="1015603"/>
                    <a:pt x="865474" y="1021706"/>
                  </a:cubicBezTo>
                  <a:cubicBezTo>
                    <a:pt x="865474" y="1027809"/>
                    <a:pt x="860502" y="1031471"/>
                    <a:pt x="854286" y="1031471"/>
                  </a:cubicBezTo>
                  <a:lnTo>
                    <a:pt x="670298" y="1031471"/>
                  </a:lnTo>
                  <a:cubicBezTo>
                    <a:pt x="664082" y="1031471"/>
                    <a:pt x="660352" y="1027809"/>
                    <a:pt x="660352" y="1021706"/>
                  </a:cubicBezTo>
                  <a:cubicBezTo>
                    <a:pt x="660352" y="1015603"/>
                    <a:pt x="664082" y="1010720"/>
                    <a:pt x="670298" y="1010720"/>
                  </a:cubicBezTo>
                  <a:close/>
                  <a:moveTo>
                    <a:pt x="302321" y="1010720"/>
                  </a:moveTo>
                  <a:lnTo>
                    <a:pt x="486310" y="1010720"/>
                  </a:lnTo>
                  <a:cubicBezTo>
                    <a:pt x="492525" y="1010720"/>
                    <a:pt x="496255" y="1015603"/>
                    <a:pt x="496255" y="1021706"/>
                  </a:cubicBezTo>
                  <a:cubicBezTo>
                    <a:pt x="496255" y="1027809"/>
                    <a:pt x="492525" y="1031471"/>
                    <a:pt x="486310" y="1031471"/>
                  </a:cubicBezTo>
                  <a:lnTo>
                    <a:pt x="302321" y="1031471"/>
                  </a:lnTo>
                  <a:cubicBezTo>
                    <a:pt x="296106" y="1031471"/>
                    <a:pt x="291133" y="1027809"/>
                    <a:pt x="291133" y="1021706"/>
                  </a:cubicBezTo>
                  <a:cubicBezTo>
                    <a:pt x="291133" y="1015603"/>
                    <a:pt x="296106" y="1010720"/>
                    <a:pt x="302321" y="1010720"/>
                  </a:cubicBezTo>
                  <a:close/>
                  <a:moveTo>
                    <a:pt x="1520005" y="906354"/>
                  </a:moveTo>
                  <a:cubicBezTo>
                    <a:pt x="1526283" y="906354"/>
                    <a:pt x="1531305" y="911424"/>
                    <a:pt x="1531305" y="917763"/>
                  </a:cubicBezTo>
                  <a:lnTo>
                    <a:pt x="1531305" y="1026778"/>
                  </a:lnTo>
                  <a:cubicBezTo>
                    <a:pt x="1531305" y="1033116"/>
                    <a:pt x="1526283" y="1036919"/>
                    <a:pt x="1520005" y="1036919"/>
                  </a:cubicBezTo>
                  <a:lnTo>
                    <a:pt x="1412028" y="1036919"/>
                  </a:lnTo>
                  <a:cubicBezTo>
                    <a:pt x="1405750" y="1036919"/>
                    <a:pt x="1400728" y="1033116"/>
                    <a:pt x="1400728" y="1026778"/>
                  </a:cubicBezTo>
                  <a:cubicBezTo>
                    <a:pt x="1400728" y="1020440"/>
                    <a:pt x="1405750" y="1015370"/>
                    <a:pt x="1412028" y="1015370"/>
                  </a:cubicBezTo>
                  <a:lnTo>
                    <a:pt x="1509961" y="1015370"/>
                  </a:lnTo>
                  <a:lnTo>
                    <a:pt x="1509961" y="917763"/>
                  </a:lnTo>
                  <a:cubicBezTo>
                    <a:pt x="1509961" y="911424"/>
                    <a:pt x="1513728" y="906354"/>
                    <a:pt x="1520005" y="906354"/>
                  </a:cubicBezTo>
                  <a:close/>
                  <a:moveTo>
                    <a:pt x="10141" y="906354"/>
                  </a:moveTo>
                  <a:cubicBezTo>
                    <a:pt x="16479" y="906354"/>
                    <a:pt x="21550" y="911424"/>
                    <a:pt x="21550" y="917763"/>
                  </a:cubicBezTo>
                  <a:lnTo>
                    <a:pt x="21550" y="1015370"/>
                  </a:lnTo>
                  <a:lnTo>
                    <a:pt x="120424" y="1015370"/>
                  </a:lnTo>
                  <a:cubicBezTo>
                    <a:pt x="125495" y="1015370"/>
                    <a:pt x="130565" y="1020440"/>
                    <a:pt x="130565" y="1026778"/>
                  </a:cubicBezTo>
                  <a:cubicBezTo>
                    <a:pt x="130565" y="1033116"/>
                    <a:pt x="125495" y="1036919"/>
                    <a:pt x="120424" y="1036919"/>
                  </a:cubicBezTo>
                  <a:lnTo>
                    <a:pt x="10141" y="1036919"/>
                  </a:lnTo>
                  <a:cubicBezTo>
                    <a:pt x="5071" y="1036919"/>
                    <a:pt x="0" y="1033116"/>
                    <a:pt x="0" y="1026778"/>
                  </a:cubicBezTo>
                  <a:lnTo>
                    <a:pt x="0" y="917763"/>
                  </a:lnTo>
                  <a:cubicBezTo>
                    <a:pt x="0" y="911424"/>
                    <a:pt x="5071" y="906354"/>
                    <a:pt x="10141" y="906354"/>
                  </a:cubicBezTo>
                  <a:close/>
                  <a:moveTo>
                    <a:pt x="9765" y="659165"/>
                  </a:moveTo>
                  <a:cubicBezTo>
                    <a:pt x="15869" y="659165"/>
                    <a:pt x="20751" y="664236"/>
                    <a:pt x="20751" y="670574"/>
                  </a:cubicBezTo>
                  <a:lnTo>
                    <a:pt x="20751" y="779589"/>
                  </a:lnTo>
                  <a:cubicBezTo>
                    <a:pt x="20751" y="785928"/>
                    <a:pt x="15869" y="789730"/>
                    <a:pt x="9765" y="789730"/>
                  </a:cubicBezTo>
                  <a:cubicBezTo>
                    <a:pt x="4883" y="789730"/>
                    <a:pt x="0" y="785928"/>
                    <a:pt x="0" y="779589"/>
                  </a:cubicBezTo>
                  <a:lnTo>
                    <a:pt x="0" y="670574"/>
                  </a:lnTo>
                  <a:cubicBezTo>
                    <a:pt x="0" y="664236"/>
                    <a:pt x="4883" y="659165"/>
                    <a:pt x="9765" y="659165"/>
                  </a:cubicBezTo>
                  <a:close/>
                  <a:moveTo>
                    <a:pt x="1514860" y="373527"/>
                  </a:moveTo>
                  <a:cubicBezTo>
                    <a:pt x="1520964" y="373527"/>
                    <a:pt x="1525846" y="378473"/>
                    <a:pt x="1525846" y="384656"/>
                  </a:cubicBezTo>
                  <a:lnTo>
                    <a:pt x="1525846" y="648036"/>
                  </a:lnTo>
                  <a:cubicBezTo>
                    <a:pt x="1525846" y="654219"/>
                    <a:pt x="1520964" y="657928"/>
                    <a:pt x="1514860" y="657928"/>
                  </a:cubicBezTo>
                  <a:cubicBezTo>
                    <a:pt x="1508757" y="657928"/>
                    <a:pt x="1505095" y="654219"/>
                    <a:pt x="1505095" y="648036"/>
                  </a:cubicBezTo>
                  <a:lnTo>
                    <a:pt x="1505095" y="384656"/>
                  </a:lnTo>
                  <a:cubicBezTo>
                    <a:pt x="1505095" y="378473"/>
                    <a:pt x="1508757" y="373527"/>
                    <a:pt x="1514860" y="373527"/>
                  </a:cubicBezTo>
                  <a:close/>
                  <a:moveTo>
                    <a:pt x="2406377" y="0"/>
                  </a:moveTo>
                  <a:lnTo>
                    <a:pt x="2515392" y="0"/>
                  </a:lnTo>
                  <a:cubicBezTo>
                    <a:pt x="2520463" y="0"/>
                    <a:pt x="2525533" y="4882"/>
                    <a:pt x="2525533" y="10986"/>
                  </a:cubicBezTo>
                  <a:cubicBezTo>
                    <a:pt x="2525533" y="17089"/>
                    <a:pt x="2520463" y="20751"/>
                    <a:pt x="2515392" y="20751"/>
                  </a:cubicBezTo>
                  <a:lnTo>
                    <a:pt x="2406377" y="20751"/>
                  </a:lnTo>
                  <a:cubicBezTo>
                    <a:pt x="2400039" y="20751"/>
                    <a:pt x="2394968" y="17089"/>
                    <a:pt x="2394968" y="10986"/>
                  </a:cubicBezTo>
                  <a:cubicBezTo>
                    <a:pt x="2394968" y="4882"/>
                    <a:pt x="2400039" y="0"/>
                    <a:pt x="2406377" y="0"/>
                  </a:cubicBezTo>
                  <a:close/>
                  <a:moveTo>
                    <a:pt x="1884356" y="0"/>
                  </a:moveTo>
                  <a:lnTo>
                    <a:pt x="2146295" y="0"/>
                  </a:lnTo>
                  <a:cubicBezTo>
                    <a:pt x="2152531" y="0"/>
                    <a:pt x="2157521" y="4882"/>
                    <a:pt x="2157521" y="10986"/>
                  </a:cubicBezTo>
                  <a:cubicBezTo>
                    <a:pt x="2157521" y="17089"/>
                    <a:pt x="2152531" y="20751"/>
                    <a:pt x="2146295" y="20751"/>
                  </a:cubicBezTo>
                  <a:lnTo>
                    <a:pt x="1884356" y="20751"/>
                  </a:lnTo>
                  <a:cubicBezTo>
                    <a:pt x="1878119" y="20751"/>
                    <a:pt x="1873130" y="17089"/>
                    <a:pt x="1873130" y="10986"/>
                  </a:cubicBezTo>
                  <a:cubicBezTo>
                    <a:pt x="1873130" y="4882"/>
                    <a:pt x="1878119" y="0"/>
                    <a:pt x="1884356" y="0"/>
                  </a:cubicBezTo>
                  <a:close/>
                  <a:moveTo>
                    <a:pt x="1515236" y="0"/>
                  </a:moveTo>
                  <a:lnTo>
                    <a:pt x="1624252" y="0"/>
                  </a:lnTo>
                  <a:cubicBezTo>
                    <a:pt x="1630590" y="0"/>
                    <a:pt x="1635660" y="5022"/>
                    <a:pt x="1635660" y="11300"/>
                  </a:cubicBezTo>
                  <a:cubicBezTo>
                    <a:pt x="1635660" y="17577"/>
                    <a:pt x="1630590" y="21344"/>
                    <a:pt x="1624252" y="21344"/>
                  </a:cubicBezTo>
                  <a:lnTo>
                    <a:pt x="1526645" y="21344"/>
                  </a:lnTo>
                  <a:lnTo>
                    <a:pt x="1526645" y="119277"/>
                  </a:lnTo>
                  <a:cubicBezTo>
                    <a:pt x="1526645" y="125555"/>
                    <a:pt x="1521574" y="130577"/>
                    <a:pt x="1515236" y="130577"/>
                  </a:cubicBezTo>
                  <a:cubicBezTo>
                    <a:pt x="1508898" y="130577"/>
                    <a:pt x="1505095" y="125555"/>
                    <a:pt x="1505095" y="119277"/>
                  </a:cubicBezTo>
                  <a:lnTo>
                    <a:pt x="1505095" y="11300"/>
                  </a:lnTo>
                  <a:cubicBezTo>
                    <a:pt x="1505095" y="5022"/>
                    <a:pt x="1508898" y="0"/>
                    <a:pt x="1515236" y="0"/>
                  </a:cubicBezTo>
                  <a:close/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6CA7E84-7A52-FF44-A29E-ED611C767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6384" y="9086799"/>
              <a:ext cx="734800" cy="1185229"/>
            </a:xfrm>
            <a:custGeom>
              <a:avLst/>
              <a:gdLst>
                <a:gd name="connsiteX0" fmla="*/ 10986 w 734800"/>
                <a:gd name="connsiteY0" fmla="*/ 1054664 h 1185229"/>
                <a:gd name="connsiteX1" fmla="*/ 20751 w 734800"/>
                <a:gd name="connsiteY1" fmla="*/ 1066073 h 1185229"/>
                <a:gd name="connsiteX2" fmla="*/ 20751 w 734800"/>
                <a:gd name="connsiteY2" fmla="*/ 1175088 h 1185229"/>
                <a:gd name="connsiteX3" fmla="*/ 10986 w 734800"/>
                <a:gd name="connsiteY3" fmla="*/ 1185229 h 1185229"/>
                <a:gd name="connsiteX4" fmla="*/ 0 w 734800"/>
                <a:gd name="connsiteY4" fmla="*/ 1175088 h 1185229"/>
                <a:gd name="connsiteX5" fmla="*/ 0 w 734800"/>
                <a:gd name="connsiteY5" fmla="*/ 1066073 h 1185229"/>
                <a:gd name="connsiteX6" fmla="*/ 10986 w 734800"/>
                <a:gd name="connsiteY6" fmla="*/ 1054664 h 1185229"/>
                <a:gd name="connsiteX7" fmla="*/ 10986 w 734800"/>
                <a:gd name="connsiteY7" fmla="*/ 677552 h 1185229"/>
                <a:gd name="connsiteX8" fmla="*/ 20751 w 734800"/>
                <a:gd name="connsiteY8" fmla="*/ 687544 h 1185229"/>
                <a:gd name="connsiteX9" fmla="*/ 20751 w 734800"/>
                <a:gd name="connsiteY9" fmla="*/ 878632 h 1185229"/>
                <a:gd name="connsiteX10" fmla="*/ 10986 w 734800"/>
                <a:gd name="connsiteY10" fmla="*/ 888624 h 1185229"/>
                <a:gd name="connsiteX11" fmla="*/ 0 w 734800"/>
                <a:gd name="connsiteY11" fmla="*/ 878632 h 1185229"/>
                <a:gd name="connsiteX12" fmla="*/ 0 w 734800"/>
                <a:gd name="connsiteY12" fmla="*/ 687544 h 1185229"/>
                <a:gd name="connsiteX13" fmla="*/ 10986 w 734800"/>
                <a:gd name="connsiteY13" fmla="*/ 677552 h 1185229"/>
                <a:gd name="connsiteX14" fmla="*/ 10986 w 734800"/>
                <a:gd name="connsiteY14" fmla="*/ 296624 h 1185229"/>
                <a:gd name="connsiteX15" fmla="*/ 20751 w 734800"/>
                <a:gd name="connsiteY15" fmla="*/ 307865 h 1185229"/>
                <a:gd name="connsiteX16" fmla="*/ 20751 w 734800"/>
                <a:gd name="connsiteY16" fmla="*/ 497704 h 1185229"/>
                <a:gd name="connsiteX17" fmla="*/ 10986 w 734800"/>
                <a:gd name="connsiteY17" fmla="*/ 508945 h 1185229"/>
                <a:gd name="connsiteX18" fmla="*/ 0 w 734800"/>
                <a:gd name="connsiteY18" fmla="*/ 497704 h 1185229"/>
                <a:gd name="connsiteX19" fmla="*/ 0 w 734800"/>
                <a:gd name="connsiteY19" fmla="*/ 307865 h 1185229"/>
                <a:gd name="connsiteX20" fmla="*/ 10986 w 734800"/>
                <a:gd name="connsiteY20" fmla="*/ 296624 h 1185229"/>
                <a:gd name="connsiteX21" fmla="*/ 614376 w 734800"/>
                <a:gd name="connsiteY21" fmla="*/ 0 h 1185229"/>
                <a:gd name="connsiteX22" fmla="*/ 723392 w 734800"/>
                <a:gd name="connsiteY22" fmla="*/ 0 h 1185229"/>
                <a:gd name="connsiteX23" fmla="*/ 734800 w 734800"/>
                <a:gd name="connsiteY23" fmla="*/ 10986 h 1185229"/>
                <a:gd name="connsiteX24" fmla="*/ 723392 w 734800"/>
                <a:gd name="connsiteY24" fmla="*/ 20751 h 1185229"/>
                <a:gd name="connsiteX25" fmla="*/ 614376 w 734800"/>
                <a:gd name="connsiteY25" fmla="*/ 20751 h 1185229"/>
                <a:gd name="connsiteX26" fmla="*/ 604235 w 734800"/>
                <a:gd name="connsiteY26" fmla="*/ 10986 h 1185229"/>
                <a:gd name="connsiteX27" fmla="*/ 614376 w 734800"/>
                <a:gd name="connsiteY27" fmla="*/ 0 h 1185229"/>
                <a:gd name="connsiteX28" fmla="*/ 284617 w 734800"/>
                <a:gd name="connsiteY28" fmla="*/ 0 h 1185229"/>
                <a:gd name="connsiteX29" fmla="*/ 448969 w 734800"/>
                <a:gd name="connsiteY29" fmla="*/ 0 h 1185229"/>
                <a:gd name="connsiteX30" fmla="*/ 460175 w 734800"/>
                <a:gd name="connsiteY30" fmla="*/ 10986 h 1185229"/>
                <a:gd name="connsiteX31" fmla="*/ 448969 w 734800"/>
                <a:gd name="connsiteY31" fmla="*/ 20751 h 1185229"/>
                <a:gd name="connsiteX32" fmla="*/ 284617 w 734800"/>
                <a:gd name="connsiteY32" fmla="*/ 20751 h 1185229"/>
                <a:gd name="connsiteX33" fmla="*/ 274656 w 734800"/>
                <a:gd name="connsiteY33" fmla="*/ 10986 h 1185229"/>
                <a:gd name="connsiteX34" fmla="*/ 284617 w 734800"/>
                <a:gd name="connsiteY34" fmla="*/ 0 h 1185229"/>
                <a:gd name="connsiteX35" fmla="*/ 11300 w 734800"/>
                <a:gd name="connsiteY35" fmla="*/ 0 h 1185229"/>
                <a:gd name="connsiteX36" fmla="*/ 119277 w 734800"/>
                <a:gd name="connsiteY36" fmla="*/ 0 h 1185229"/>
                <a:gd name="connsiteX37" fmla="*/ 130577 w 734800"/>
                <a:gd name="connsiteY37" fmla="*/ 11300 h 1185229"/>
                <a:gd name="connsiteX38" fmla="*/ 119277 w 734800"/>
                <a:gd name="connsiteY38" fmla="*/ 21344 h 1185229"/>
                <a:gd name="connsiteX39" fmla="*/ 21344 w 734800"/>
                <a:gd name="connsiteY39" fmla="*/ 21344 h 1185229"/>
                <a:gd name="connsiteX40" fmla="*/ 21344 w 734800"/>
                <a:gd name="connsiteY40" fmla="*/ 118022 h 1185229"/>
                <a:gd name="connsiteX41" fmla="*/ 11300 w 734800"/>
                <a:gd name="connsiteY41" fmla="*/ 130577 h 1185229"/>
                <a:gd name="connsiteX42" fmla="*/ 0 w 734800"/>
                <a:gd name="connsiteY42" fmla="*/ 118022 h 1185229"/>
                <a:gd name="connsiteX43" fmla="*/ 0 w 734800"/>
                <a:gd name="connsiteY43" fmla="*/ 11300 h 1185229"/>
                <a:gd name="connsiteX44" fmla="*/ 11300 w 734800"/>
                <a:gd name="connsiteY44" fmla="*/ 0 h 1185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34800" h="1185229">
                  <a:moveTo>
                    <a:pt x="10986" y="1054664"/>
                  </a:moveTo>
                  <a:cubicBezTo>
                    <a:pt x="17089" y="1054664"/>
                    <a:pt x="20751" y="1059734"/>
                    <a:pt x="20751" y="1066073"/>
                  </a:cubicBezTo>
                  <a:lnTo>
                    <a:pt x="20751" y="1175088"/>
                  </a:lnTo>
                  <a:cubicBezTo>
                    <a:pt x="20751" y="1181426"/>
                    <a:pt x="17089" y="1185229"/>
                    <a:pt x="10986" y="1185229"/>
                  </a:cubicBezTo>
                  <a:cubicBezTo>
                    <a:pt x="4883" y="1185229"/>
                    <a:pt x="0" y="1181426"/>
                    <a:pt x="0" y="1175088"/>
                  </a:cubicBezTo>
                  <a:lnTo>
                    <a:pt x="0" y="1066073"/>
                  </a:lnTo>
                  <a:cubicBezTo>
                    <a:pt x="0" y="1059734"/>
                    <a:pt x="4883" y="1054664"/>
                    <a:pt x="10986" y="1054664"/>
                  </a:cubicBezTo>
                  <a:close/>
                  <a:moveTo>
                    <a:pt x="10986" y="677552"/>
                  </a:moveTo>
                  <a:cubicBezTo>
                    <a:pt x="17089" y="677552"/>
                    <a:pt x="20751" y="681299"/>
                    <a:pt x="20751" y="687544"/>
                  </a:cubicBezTo>
                  <a:lnTo>
                    <a:pt x="20751" y="878632"/>
                  </a:lnTo>
                  <a:cubicBezTo>
                    <a:pt x="20751" y="883628"/>
                    <a:pt x="17089" y="888624"/>
                    <a:pt x="10986" y="888624"/>
                  </a:cubicBezTo>
                  <a:cubicBezTo>
                    <a:pt x="4883" y="888624"/>
                    <a:pt x="0" y="883628"/>
                    <a:pt x="0" y="878632"/>
                  </a:cubicBezTo>
                  <a:lnTo>
                    <a:pt x="0" y="687544"/>
                  </a:lnTo>
                  <a:cubicBezTo>
                    <a:pt x="0" y="681299"/>
                    <a:pt x="4883" y="677552"/>
                    <a:pt x="10986" y="677552"/>
                  </a:cubicBezTo>
                  <a:close/>
                  <a:moveTo>
                    <a:pt x="10986" y="296624"/>
                  </a:moveTo>
                  <a:cubicBezTo>
                    <a:pt x="17089" y="296624"/>
                    <a:pt x="20751" y="301620"/>
                    <a:pt x="20751" y="307865"/>
                  </a:cubicBezTo>
                  <a:lnTo>
                    <a:pt x="20751" y="497704"/>
                  </a:lnTo>
                  <a:cubicBezTo>
                    <a:pt x="20751" y="503949"/>
                    <a:pt x="17089" y="508945"/>
                    <a:pt x="10986" y="508945"/>
                  </a:cubicBezTo>
                  <a:cubicBezTo>
                    <a:pt x="4883" y="508945"/>
                    <a:pt x="0" y="503949"/>
                    <a:pt x="0" y="497704"/>
                  </a:cubicBezTo>
                  <a:lnTo>
                    <a:pt x="0" y="307865"/>
                  </a:lnTo>
                  <a:cubicBezTo>
                    <a:pt x="0" y="301620"/>
                    <a:pt x="4883" y="296624"/>
                    <a:pt x="10986" y="296624"/>
                  </a:cubicBezTo>
                  <a:close/>
                  <a:moveTo>
                    <a:pt x="614376" y="0"/>
                  </a:moveTo>
                  <a:lnTo>
                    <a:pt x="723392" y="0"/>
                  </a:lnTo>
                  <a:cubicBezTo>
                    <a:pt x="729730" y="0"/>
                    <a:pt x="734800" y="4883"/>
                    <a:pt x="734800" y="10986"/>
                  </a:cubicBezTo>
                  <a:cubicBezTo>
                    <a:pt x="734800" y="17089"/>
                    <a:pt x="729730" y="20751"/>
                    <a:pt x="723392" y="20751"/>
                  </a:cubicBezTo>
                  <a:lnTo>
                    <a:pt x="614376" y="20751"/>
                  </a:lnTo>
                  <a:cubicBezTo>
                    <a:pt x="608038" y="20751"/>
                    <a:pt x="604235" y="17089"/>
                    <a:pt x="604235" y="10986"/>
                  </a:cubicBezTo>
                  <a:cubicBezTo>
                    <a:pt x="604235" y="4883"/>
                    <a:pt x="608038" y="0"/>
                    <a:pt x="614376" y="0"/>
                  </a:cubicBezTo>
                  <a:close/>
                  <a:moveTo>
                    <a:pt x="284617" y="0"/>
                  </a:moveTo>
                  <a:lnTo>
                    <a:pt x="448969" y="0"/>
                  </a:lnTo>
                  <a:cubicBezTo>
                    <a:pt x="455195" y="0"/>
                    <a:pt x="460175" y="4883"/>
                    <a:pt x="460175" y="10986"/>
                  </a:cubicBezTo>
                  <a:cubicBezTo>
                    <a:pt x="460175" y="17089"/>
                    <a:pt x="455195" y="20751"/>
                    <a:pt x="448969" y="20751"/>
                  </a:cubicBezTo>
                  <a:lnTo>
                    <a:pt x="284617" y="20751"/>
                  </a:lnTo>
                  <a:cubicBezTo>
                    <a:pt x="279636" y="20751"/>
                    <a:pt x="274656" y="17089"/>
                    <a:pt x="274656" y="10986"/>
                  </a:cubicBezTo>
                  <a:cubicBezTo>
                    <a:pt x="274656" y="4883"/>
                    <a:pt x="279636" y="0"/>
                    <a:pt x="284617" y="0"/>
                  </a:cubicBezTo>
                  <a:close/>
                  <a:moveTo>
                    <a:pt x="11300" y="0"/>
                  </a:moveTo>
                  <a:lnTo>
                    <a:pt x="119277" y="0"/>
                  </a:lnTo>
                  <a:cubicBezTo>
                    <a:pt x="124300" y="0"/>
                    <a:pt x="130577" y="5022"/>
                    <a:pt x="130577" y="11300"/>
                  </a:cubicBezTo>
                  <a:cubicBezTo>
                    <a:pt x="130577" y="17578"/>
                    <a:pt x="124300" y="21344"/>
                    <a:pt x="119277" y="21344"/>
                  </a:cubicBezTo>
                  <a:lnTo>
                    <a:pt x="21344" y="21344"/>
                  </a:lnTo>
                  <a:lnTo>
                    <a:pt x="21344" y="118022"/>
                  </a:lnTo>
                  <a:cubicBezTo>
                    <a:pt x="21344" y="124300"/>
                    <a:pt x="17578" y="130577"/>
                    <a:pt x="11300" y="130577"/>
                  </a:cubicBezTo>
                  <a:cubicBezTo>
                    <a:pt x="5022" y="130577"/>
                    <a:pt x="0" y="124300"/>
                    <a:pt x="0" y="118022"/>
                  </a:cubicBezTo>
                  <a:lnTo>
                    <a:pt x="0" y="11300"/>
                  </a:lnTo>
                  <a:cubicBezTo>
                    <a:pt x="0" y="5022"/>
                    <a:pt x="5022" y="0"/>
                    <a:pt x="11300" y="0"/>
                  </a:cubicBezTo>
                  <a:close/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FD91E39D-8D0F-3C42-A6FB-9912AE555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2098" y="5461392"/>
              <a:ext cx="752549" cy="1219456"/>
            </a:xfrm>
            <a:custGeom>
              <a:avLst/>
              <a:gdLst>
                <a:gd name="T0" fmla="*/ 595 w 604"/>
                <a:gd name="T1" fmla="*/ 189 h 981"/>
                <a:gd name="T2" fmla="*/ 595 w 604"/>
                <a:gd name="T3" fmla="*/ 189 h 981"/>
                <a:gd name="T4" fmla="*/ 586 w 604"/>
                <a:gd name="T5" fmla="*/ 181 h 981"/>
                <a:gd name="T6" fmla="*/ 586 w 604"/>
                <a:gd name="T7" fmla="*/ 9 h 981"/>
                <a:gd name="T8" fmla="*/ 586 w 604"/>
                <a:gd name="T9" fmla="*/ 9 h 981"/>
                <a:gd name="T10" fmla="*/ 595 w 604"/>
                <a:gd name="T11" fmla="*/ 0 h 981"/>
                <a:gd name="T12" fmla="*/ 595 w 604"/>
                <a:gd name="T13" fmla="*/ 0 h 981"/>
                <a:gd name="T14" fmla="*/ 603 w 604"/>
                <a:gd name="T15" fmla="*/ 9 h 981"/>
                <a:gd name="T16" fmla="*/ 603 w 604"/>
                <a:gd name="T17" fmla="*/ 181 h 981"/>
                <a:gd name="T18" fmla="*/ 603 w 604"/>
                <a:gd name="T19" fmla="*/ 181 h 981"/>
                <a:gd name="T20" fmla="*/ 595 w 604"/>
                <a:gd name="T21" fmla="*/ 189 h 981"/>
                <a:gd name="T22" fmla="*/ 595 w 604"/>
                <a:gd name="T23" fmla="*/ 534 h 981"/>
                <a:gd name="T24" fmla="*/ 595 w 604"/>
                <a:gd name="T25" fmla="*/ 534 h 981"/>
                <a:gd name="T26" fmla="*/ 586 w 604"/>
                <a:gd name="T27" fmla="*/ 525 h 981"/>
                <a:gd name="T28" fmla="*/ 586 w 604"/>
                <a:gd name="T29" fmla="*/ 353 h 981"/>
                <a:gd name="T30" fmla="*/ 586 w 604"/>
                <a:gd name="T31" fmla="*/ 353 h 981"/>
                <a:gd name="T32" fmla="*/ 595 w 604"/>
                <a:gd name="T33" fmla="*/ 344 h 981"/>
                <a:gd name="T34" fmla="*/ 595 w 604"/>
                <a:gd name="T35" fmla="*/ 344 h 981"/>
                <a:gd name="T36" fmla="*/ 603 w 604"/>
                <a:gd name="T37" fmla="*/ 353 h 981"/>
                <a:gd name="T38" fmla="*/ 603 w 604"/>
                <a:gd name="T39" fmla="*/ 525 h 981"/>
                <a:gd name="T40" fmla="*/ 603 w 604"/>
                <a:gd name="T41" fmla="*/ 525 h 981"/>
                <a:gd name="T42" fmla="*/ 595 w 604"/>
                <a:gd name="T43" fmla="*/ 534 h 981"/>
                <a:gd name="T44" fmla="*/ 595 w 604"/>
                <a:gd name="T45" fmla="*/ 878 h 981"/>
                <a:gd name="T46" fmla="*/ 595 w 604"/>
                <a:gd name="T47" fmla="*/ 878 h 981"/>
                <a:gd name="T48" fmla="*/ 586 w 604"/>
                <a:gd name="T49" fmla="*/ 869 h 981"/>
                <a:gd name="T50" fmla="*/ 586 w 604"/>
                <a:gd name="T51" fmla="*/ 697 h 981"/>
                <a:gd name="T52" fmla="*/ 586 w 604"/>
                <a:gd name="T53" fmla="*/ 697 h 981"/>
                <a:gd name="T54" fmla="*/ 595 w 604"/>
                <a:gd name="T55" fmla="*/ 689 h 981"/>
                <a:gd name="T56" fmla="*/ 595 w 604"/>
                <a:gd name="T57" fmla="*/ 689 h 981"/>
                <a:gd name="T58" fmla="*/ 603 w 604"/>
                <a:gd name="T59" fmla="*/ 697 h 981"/>
                <a:gd name="T60" fmla="*/ 603 w 604"/>
                <a:gd name="T61" fmla="*/ 869 h 981"/>
                <a:gd name="T62" fmla="*/ 603 w 604"/>
                <a:gd name="T63" fmla="*/ 869 h 981"/>
                <a:gd name="T64" fmla="*/ 595 w 604"/>
                <a:gd name="T65" fmla="*/ 878 h 981"/>
                <a:gd name="T66" fmla="*/ 181 w 604"/>
                <a:gd name="T67" fmla="*/ 980 h 981"/>
                <a:gd name="T68" fmla="*/ 9 w 604"/>
                <a:gd name="T69" fmla="*/ 980 h 981"/>
                <a:gd name="T70" fmla="*/ 9 w 604"/>
                <a:gd name="T71" fmla="*/ 980 h 981"/>
                <a:gd name="T72" fmla="*/ 0 w 604"/>
                <a:gd name="T73" fmla="*/ 972 h 981"/>
                <a:gd name="T74" fmla="*/ 0 w 604"/>
                <a:gd name="T75" fmla="*/ 972 h 981"/>
                <a:gd name="T76" fmla="*/ 9 w 604"/>
                <a:gd name="T77" fmla="*/ 963 h 981"/>
                <a:gd name="T78" fmla="*/ 181 w 604"/>
                <a:gd name="T79" fmla="*/ 963 h 981"/>
                <a:gd name="T80" fmla="*/ 181 w 604"/>
                <a:gd name="T81" fmla="*/ 963 h 981"/>
                <a:gd name="T82" fmla="*/ 189 w 604"/>
                <a:gd name="T83" fmla="*/ 972 h 981"/>
                <a:gd name="T84" fmla="*/ 189 w 604"/>
                <a:gd name="T85" fmla="*/ 972 h 981"/>
                <a:gd name="T86" fmla="*/ 181 w 604"/>
                <a:gd name="T87" fmla="*/ 980 h 981"/>
                <a:gd name="T88" fmla="*/ 525 w 604"/>
                <a:gd name="T89" fmla="*/ 980 h 981"/>
                <a:gd name="T90" fmla="*/ 352 w 604"/>
                <a:gd name="T91" fmla="*/ 980 h 981"/>
                <a:gd name="T92" fmla="*/ 352 w 604"/>
                <a:gd name="T93" fmla="*/ 980 h 981"/>
                <a:gd name="T94" fmla="*/ 344 w 604"/>
                <a:gd name="T95" fmla="*/ 972 h 981"/>
                <a:gd name="T96" fmla="*/ 344 w 604"/>
                <a:gd name="T97" fmla="*/ 972 h 981"/>
                <a:gd name="T98" fmla="*/ 352 w 604"/>
                <a:gd name="T99" fmla="*/ 963 h 981"/>
                <a:gd name="T100" fmla="*/ 525 w 604"/>
                <a:gd name="T101" fmla="*/ 963 h 981"/>
                <a:gd name="T102" fmla="*/ 525 w 604"/>
                <a:gd name="T103" fmla="*/ 963 h 981"/>
                <a:gd name="T104" fmla="*/ 533 w 604"/>
                <a:gd name="T105" fmla="*/ 972 h 981"/>
                <a:gd name="T106" fmla="*/ 533 w 604"/>
                <a:gd name="T107" fmla="*/ 972 h 981"/>
                <a:gd name="T108" fmla="*/ 525 w 604"/>
                <a:gd name="T109" fmla="*/ 980 h 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04" h="981">
                  <a:moveTo>
                    <a:pt x="595" y="189"/>
                  </a:moveTo>
                  <a:lnTo>
                    <a:pt x="595" y="189"/>
                  </a:lnTo>
                  <a:cubicBezTo>
                    <a:pt x="590" y="189"/>
                    <a:pt x="586" y="186"/>
                    <a:pt x="586" y="181"/>
                  </a:cubicBezTo>
                  <a:lnTo>
                    <a:pt x="586" y="9"/>
                  </a:lnTo>
                  <a:lnTo>
                    <a:pt x="586" y="9"/>
                  </a:lnTo>
                  <a:cubicBezTo>
                    <a:pt x="586" y="4"/>
                    <a:pt x="590" y="0"/>
                    <a:pt x="595" y="0"/>
                  </a:cubicBezTo>
                  <a:lnTo>
                    <a:pt x="595" y="0"/>
                  </a:lnTo>
                  <a:cubicBezTo>
                    <a:pt x="599" y="0"/>
                    <a:pt x="603" y="4"/>
                    <a:pt x="603" y="9"/>
                  </a:cubicBezTo>
                  <a:lnTo>
                    <a:pt x="603" y="181"/>
                  </a:lnTo>
                  <a:lnTo>
                    <a:pt x="603" y="181"/>
                  </a:lnTo>
                  <a:cubicBezTo>
                    <a:pt x="603" y="186"/>
                    <a:pt x="599" y="189"/>
                    <a:pt x="595" y="189"/>
                  </a:cubicBezTo>
                  <a:close/>
                  <a:moveTo>
                    <a:pt x="595" y="534"/>
                  </a:moveTo>
                  <a:lnTo>
                    <a:pt x="595" y="534"/>
                  </a:lnTo>
                  <a:cubicBezTo>
                    <a:pt x="590" y="534"/>
                    <a:pt x="586" y="530"/>
                    <a:pt x="586" y="525"/>
                  </a:cubicBezTo>
                  <a:lnTo>
                    <a:pt x="586" y="353"/>
                  </a:lnTo>
                  <a:lnTo>
                    <a:pt x="586" y="353"/>
                  </a:lnTo>
                  <a:cubicBezTo>
                    <a:pt x="586" y="349"/>
                    <a:pt x="590" y="344"/>
                    <a:pt x="595" y="344"/>
                  </a:cubicBezTo>
                  <a:lnTo>
                    <a:pt x="595" y="344"/>
                  </a:lnTo>
                  <a:cubicBezTo>
                    <a:pt x="599" y="344"/>
                    <a:pt x="603" y="349"/>
                    <a:pt x="603" y="353"/>
                  </a:cubicBezTo>
                  <a:lnTo>
                    <a:pt x="603" y="525"/>
                  </a:lnTo>
                  <a:lnTo>
                    <a:pt x="603" y="525"/>
                  </a:lnTo>
                  <a:cubicBezTo>
                    <a:pt x="603" y="530"/>
                    <a:pt x="599" y="534"/>
                    <a:pt x="595" y="534"/>
                  </a:cubicBezTo>
                  <a:close/>
                  <a:moveTo>
                    <a:pt x="595" y="878"/>
                  </a:moveTo>
                  <a:lnTo>
                    <a:pt x="595" y="878"/>
                  </a:lnTo>
                  <a:cubicBezTo>
                    <a:pt x="590" y="878"/>
                    <a:pt x="586" y="874"/>
                    <a:pt x="586" y="869"/>
                  </a:cubicBezTo>
                  <a:lnTo>
                    <a:pt x="586" y="697"/>
                  </a:lnTo>
                  <a:lnTo>
                    <a:pt x="586" y="697"/>
                  </a:lnTo>
                  <a:cubicBezTo>
                    <a:pt x="586" y="692"/>
                    <a:pt x="590" y="689"/>
                    <a:pt x="595" y="689"/>
                  </a:cubicBezTo>
                  <a:lnTo>
                    <a:pt x="595" y="689"/>
                  </a:lnTo>
                  <a:cubicBezTo>
                    <a:pt x="599" y="689"/>
                    <a:pt x="603" y="692"/>
                    <a:pt x="603" y="697"/>
                  </a:cubicBezTo>
                  <a:lnTo>
                    <a:pt x="603" y="869"/>
                  </a:lnTo>
                  <a:lnTo>
                    <a:pt x="603" y="869"/>
                  </a:lnTo>
                  <a:cubicBezTo>
                    <a:pt x="603" y="874"/>
                    <a:pt x="599" y="878"/>
                    <a:pt x="595" y="878"/>
                  </a:cubicBezTo>
                  <a:close/>
                  <a:moveTo>
                    <a:pt x="181" y="980"/>
                  </a:moveTo>
                  <a:lnTo>
                    <a:pt x="9" y="980"/>
                  </a:lnTo>
                  <a:lnTo>
                    <a:pt x="9" y="980"/>
                  </a:lnTo>
                  <a:cubicBezTo>
                    <a:pt x="4" y="980"/>
                    <a:pt x="0" y="977"/>
                    <a:pt x="0" y="972"/>
                  </a:cubicBezTo>
                  <a:lnTo>
                    <a:pt x="0" y="972"/>
                  </a:lnTo>
                  <a:cubicBezTo>
                    <a:pt x="0" y="967"/>
                    <a:pt x="4" y="963"/>
                    <a:pt x="9" y="963"/>
                  </a:cubicBezTo>
                  <a:lnTo>
                    <a:pt x="181" y="963"/>
                  </a:lnTo>
                  <a:lnTo>
                    <a:pt x="181" y="963"/>
                  </a:lnTo>
                  <a:cubicBezTo>
                    <a:pt x="185" y="963"/>
                    <a:pt x="189" y="967"/>
                    <a:pt x="189" y="972"/>
                  </a:cubicBezTo>
                  <a:lnTo>
                    <a:pt x="189" y="972"/>
                  </a:lnTo>
                  <a:cubicBezTo>
                    <a:pt x="189" y="977"/>
                    <a:pt x="185" y="980"/>
                    <a:pt x="181" y="980"/>
                  </a:cubicBezTo>
                  <a:close/>
                  <a:moveTo>
                    <a:pt x="525" y="980"/>
                  </a:moveTo>
                  <a:lnTo>
                    <a:pt x="352" y="980"/>
                  </a:lnTo>
                  <a:lnTo>
                    <a:pt x="352" y="980"/>
                  </a:lnTo>
                  <a:cubicBezTo>
                    <a:pt x="348" y="980"/>
                    <a:pt x="344" y="977"/>
                    <a:pt x="344" y="972"/>
                  </a:cubicBezTo>
                  <a:lnTo>
                    <a:pt x="344" y="972"/>
                  </a:lnTo>
                  <a:cubicBezTo>
                    <a:pt x="344" y="967"/>
                    <a:pt x="348" y="963"/>
                    <a:pt x="352" y="963"/>
                  </a:cubicBezTo>
                  <a:lnTo>
                    <a:pt x="525" y="963"/>
                  </a:lnTo>
                  <a:lnTo>
                    <a:pt x="525" y="963"/>
                  </a:lnTo>
                  <a:cubicBezTo>
                    <a:pt x="530" y="963"/>
                    <a:pt x="533" y="967"/>
                    <a:pt x="533" y="972"/>
                  </a:cubicBezTo>
                  <a:lnTo>
                    <a:pt x="533" y="972"/>
                  </a:lnTo>
                  <a:cubicBezTo>
                    <a:pt x="533" y="977"/>
                    <a:pt x="530" y="980"/>
                    <a:pt x="525" y="980"/>
                  </a:cubicBezTo>
                  <a:close/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DFB5941B-1779-F943-B6D7-762A495FE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2098" y="7653112"/>
              <a:ext cx="2482857" cy="1148048"/>
            </a:xfrm>
            <a:custGeom>
              <a:avLst/>
              <a:gdLst>
                <a:gd name="T0" fmla="*/ 9 w 1992"/>
                <a:gd name="T1" fmla="*/ 17 h 923"/>
                <a:gd name="T2" fmla="*/ 0 w 1992"/>
                <a:gd name="T3" fmla="*/ 9 h 923"/>
                <a:gd name="T4" fmla="*/ 9 w 1992"/>
                <a:gd name="T5" fmla="*/ 0 h 923"/>
                <a:gd name="T6" fmla="*/ 181 w 1992"/>
                <a:gd name="T7" fmla="*/ 0 h 923"/>
                <a:gd name="T8" fmla="*/ 189 w 1992"/>
                <a:gd name="T9" fmla="*/ 9 h 923"/>
                <a:gd name="T10" fmla="*/ 525 w 1992"/>
                <a:gd name="T11" fmla="*/ 17 h 923"/>
                <a:gd name="T12" fmla="*/ 352 w 1992"/>
                <a:gd name="T13" fmla="*/ 17 h 923"/>
                <a:gd name="T14" fmla="*/ 344 w 1992"/>
                <a:gd name="T15" fmla="*/ 9 h 923"/>
                <a:gd name="T16" fmla="*/ 525 w 1992"/>
                <a:gd name="T17" fmla="*/ 0 h 923"/>
                <a:gd name="T18" fmla="*/ 533 w 1992"/>
                <a:gd name="T19" fmla="*/ 9 h 923"/>
                <a:gd name="T20" fmla="*/ 525 w 1992"/>
                <a:gd name="T21" fmla="*/ 17 h 923"/>
                <a:gd name="T22" fmla="*/ 674 w 1992"/>
                <a:gd name="T23" fmla="*/ 212 h 923"/>
                <a:gd name="T24" fmla="*/ 666 w 1992"/>
                <a:gd name="T25" fmla="*/ 31 h 923"/>
                <a:gd name="T26" fmla="*/ 674 w 1992"/>
                <a:gd name="T27" fmla="*/ 22 h 923"/>
                <a:gd name="T28" fmla="*/ 683 w 1992"/>
                <a:gd name="T29" fmla="*/ 31 h 923"/>
                <a:gd name="T30" fmla="*/ 683 w 1992"/>
                <a:gd name="T31" fmla="*/ 203 h 923"/>
                <a:gd name="T32" fmla="*/ 674 w 1992"/>
                <a:gd name="T33" fmla="*/ 556 h 923"/>
                <a:gd name="T34" fmla="*/ 666 w 1992"/>
                <a:gd name="T35" fmla="*/ 547 h 923"/>
                <a:gd name="T36" fmla="*/ 666 w 1992"/>
                <a:gd name="T37" fmla="*/ 375 h 923"/>
                <a:gd name="T38" fmla="*/ 674 w 1992"/>
                <a:gd name="T39" fmla="*/ 367 h 923"/>
                <a:gd name="T40" fmla="*/ 683 w 1992"/>
                <a:gd name="T41" fmla="*/ 547 h 923"/>
                <a:gd name="T42" fmla="*/ 674 w 1992"/>
                <a:gd name="T43" fmla="*/ 556 h 923"/>
                <a:gd name="T44" fmla="*/ 1982 w 1992"/>
                <a:gd name="T45" fmla="*/ 703 h 923"/>
                <a:gd name="T46" fmla="*/ 1974 w 1992"/>
                <a:gd name="T47" fmla="*/ 522 h 923"/>
                <a:gd name="T48" fmla="*/ 1982 w 1992"/>
                <a:gd name="T49" fmla="*/ 514 h 923"/>
                <a:gd name="T50" fmla="*/ 1991 w 1992"/>
                <a:gd name="T51" fmla="*/ 522 h 923"/>
                <a:gd name="T52" fmla="*/ 1991 w 1992"/>
                <a:gd name="T53" fmla="*/ 695 h 923"/>
                <a:gd name="T54" fmla="*/ 674 w 1992"/>
                <a:gd name="T55" fmla="*/ 900 h 923"/>
                <a:gd name="T56" fmla="*/ 666 w 1992"/>
                <a:gd name="T57" fmla="*/ 892 h 923"/>
                <a:gd name="T58" fmla="*/ 666 w 1992"/>
                <a:gd name="T59" fmla="*/ 719 h 923"/>
                <a:gd name="T60" fmla="*/ 674 w 1992"/>
                <a:gd name="T61" fmla="*/ 711 h 923"/>
                <a:gd name="T62" fmla="*/ 683 w 1992"/>
                <a:gd name="T63" fmla="*/ 892 h 923"/>
                <a:gd name="T64" fmla="*/ 674 w 1992"/>
                <a:gd name="T65" fmla="*/ 900 h 923"/>
                <a:gd name="T66" fmla="*/ 825 w 1992"/>
                <a:gd name="T67" fmla="*/ 922 h 923"/>
                <a:gd name="T68" fmla="*/ 816 w 1992"/>
                <a:gd name="T69" fmla="*/ 913 h 923"/>
                <a:gd name="T70" fmla="*/ 825 w 1992"/>
                <a:gd name="T71" fmla="*/ 905 h 923"/>
                <a:gd name="T72" fmla="*/ 996 w 1992"/>
                <a:gd name="T73" fmla="*/ 905 h 923"/>
                <a:gd name="T74" fmla="*/ 1005 w 1992"/>
                <a:gd name="T75" fmla="*/ 913 h 923"/>
                <a:gd name="T76" fmla="*/ 1341 w 1992"/>
                <a:gd name="T77" fmla="*/ 922 h 923"/>
                <a:gd name="T78" fmla="*/ 1169 w 1992"/>
                <a:gd name="T79" fmla="*/ 922 h 923"/>
                <a:gd name="T80" fmla="*/ 1160 w 1992"/>
                <a:gd name="T81" fmla="*/ 913 h 923"/>
                <a:gd name="T82" fmla="*/ 1341 w 1992"/>
                <a:gd name="T83" fmla="*/ 905 h 923"/>
                <a:gd name="T84" fmla="*/ 1349 w 1992"/>
                <a:gd name="T85" fmla="*/ 913 h 923"/>
                <a:gd name="T86" fmla="*/ 1341 w 1992"/>
                <a:gd name="T87" fmla="*/ 922 h 923"/>
                <a:gd name="T88" fmla="*/ 1513 w 1992"/>
                <a:gd name="T89" fmla="*/ 922 h 923"/>
                <a:gd name="T90" fmla="*/ 1504 w 1992"/>
                <a:gd name="T91" fmla="*/ 913 h 923"/>
                <a:gd name="T92" fmla="*/ 1513 w 1992"/>
                <a:gd name="T93" fmla="*/ 905 h 923"/>
                <a:gd name="T94" fmla="*/ 1685 w 1992"/>
                <a:gd name="T95" fmla="*/ 905 h 923"/>
                <a:gd name="T96" fmla="*/ 1694 w 1992"/>
                <a:gd name="T97" fmla="*/ 913 h 923"/>
                <a:gd name="T98" fmla="*/ 1982 w 1992"/>
                <a:gd name="T99" fmla="*/ 922 h 923"/>
                <a:gd name="T100" fmla="*/ 1857 w 1992"/>
                <a:gd name="T101" fmla="*/ 922 h 923"/>
                <a:gd name="T102" fmla="*/ 1848 w 1992"/>
                <a:gd name="T103" fmla="*/ 913 h 923"/>
                <a:gd name="T104" fmla="*/ 1974 w 1992"/>
                <a:gd name="T105" fmla="*/ 905 h 923"/>
                <a:gd name="T106" fmla="*/ 1974 w 1992"/>
                <a:gd name="T107" fmla="*/ 866 h 923"/>
                <a:gd name="T108" fmla="*/ 1982 w 1992"/>
                <a:gd name="T109" fmla="*/ 858 h 923"/>
                <a:gd name="T110" fmla="*/ 1991 w 1992"/>
                <a:gd name="T111" fmla="*/ 913 h 923"/>
                <a:gd name="T112" fmla="*/ 1982 w 1992"/>
                <a:gd name="T113" fmla="*/ 922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92" h="923">
                  <a:moveTo>
                    <a:pt x="181" y="17"/>
                  </a:moveTo>
                  <a:lnTo>
                    <a:pt x="9" y="17"/>
                  </a:lnTo>
                  <a:lnTo>
                    <a:pt x="9" y="17"/>
                  </a:lnTo>
                  <a:cubicBezTo>
                    <a:pt x="4" y="17"/>
                    <a:pt x="0" y="13"/>
                    <a:pt x="0" y="9"/>
                  </a:cubicBezTo>
                  <a:lnTo>
                    <a:pt x="0" y="9"/>
                  </a:lnTo>
                  <a:cubicBezTo>
                    <a:pt x="0" y="4"/>
                    <a:pt x="4" y="0"/>
                    <a:pt x="9" y="0"/>
                  </a:cubicBezTo>
                  <a:lnTo>
                    <a:pt x="181" y="0"/>
                  </a:lnTo>
                  <a:lnTo>
                    <a:pt x="181" y="0"/>
                  </a:lnTo>
                  <a:cubicBezTo>
                    <a:pt x="185" y="0"/>
                    <a:pt x="189" y="4"/>
                    <a:pt x="189" y="9"/>
                  </a:cubicBezTo>
                  <a:lnTo>
                    <a:pt x="189" y="9"/>
                  </a:lnTo>
                  <a:cubicBezTo>
                    <a:pt x="189" y="13"/>
                    <a:pt x="185" y="17"/>
                    <a:pt x="181" y="17"/>
                  </a:cubicBezTo>
                  <a:close/>
                  <a:moveTo>
                    <a:pt x="525" y="17"/>
                  </a:moveTo>
                  <a:lnTo>
                    <a:pt x="352" y="17"/>
                  </a:lnTo>
                  <a:lnTo>
                    <a:pt x="352" y="17"/>
                  </a:lnTo>
                  <a:cubicBezTo>
                    <a:pt x="348" y="17"/>
                    <a:pt x="344" y="13"/>
                    <a:pt x="344" y="9"/>
                  </a:cubicBezTo>
                  <a:lnTo>
                    <a:pt x="344" y="9"/>
                  </a:lnTo>
                  <a:cubicBezTo>
                    <a:pt x="344" y="4"/>
                    <a:pt x="348" y="0"/>
                    <a:pt x="352" y="0"/>
                  </a:cubicBezTo>
                  <a:lnTo>
                    <a:pt x="525" y="0"/>
                  </a:lnTo>
                  <a:lnTo>
                    <a:pt x="525" y="0"/>
                  </a:lnTo>
                  <a:cubicBezTo>
                    <a:pt x="530" y="0"/>
                    <a:pt x="533" y="4"/>
                    <a:pt x="533" y="9"/>
                  </a:cubicBezTo>
                  <a:lnTo>
                    <a:pt x="533" y="9"/>
                  </a:lnTo>
                  <a:cubicBezTo>
                    <a:pt x="533" y="13"/>
                    <a:pt x="530" y="17"/>
                    <a:pt x="525" y="17"/>
                  </a:cubicBezTo>
                  <a:close/>
                  <a:moveTo>
                    <a:pt x="674" y="212"/>
                  </a:moveTo>
                  <a:lnTo>
                    <a:pt x="674" y="212"/>
                  </a:lnTo>
                  <a:cubicBezTo>
                    <a:pt x="669" y="212"/>
                    <a:pt x="666" y="208"/>
                    <a:pt x="666" y="203"/>
                  </a:cubicBezTo>
                  <a:lnTo>
                    <a:pt x="666" y="31"/>
                  </a:lnTo>
                  <a:lnTo>
                    <a:pt x="666" y="31"/>
                  </a:lnTo>
                  <a:cubicBezTo>
                    <a:pt x="666" y="26"/>
                    <a:pt x="669" y="22"/>
                    <a:pt x="674" y="22"/>
                  </a:cubicBezTo>
                  <a:lnTo>
                    <a:pt x="674" y="22"/>
                  </a:lnTo>
                  <a:cubicBezTo>
                    <a:pt x="679" y="22"/>
                    <a:pt x="683" y="26"/>
                    <a:pt x="683" y="31"/>
                  </a:cubicBezTo>
                  <a:lnTo>
                    <a:pt x="683" y="203"/>
                  </a:lnTo>
                  <a:lnTo>
                    <a:pt x="683" y="203"/>
                  </a:lnTo>
                  <a:cubicBezTo>
                    <a:pt x="683" y="208"/>
                    <a:pt x="679" y="212"/>
                    <a:pt x="674" y="212"/>
                  </a:cubicBezTo>
                  <a:close/>
                  <a:moveTo>
                    <a:pt x="674" y="556"/>
                  </a:moveTo>
                  <a:lnTo>
                    <a:pt x="674" y="556"/>
                  </a:lnTo>
                  <a:cubicBezTo>
                    <a:pt x="669" y="556"/>
                    <a:pt x="666" y="552"/>
                    <a:pt x="666" y="547"/>
                  </a:cubicBezTo>
                  <a:lnTo>
                    <a:pt x="666" y="375"/>
                  </a:lnTo>
                  <a:lnTo>
                    <a:pt x="666" y="375"/>
                  </a:lnTo>
                  <a:cubicBezTo>
                    <a:pt x="666" y="371"/>
                    <a:pt x="669" y="367"/>
                    <a:pt x="674" y="367"/>
                  </a:cubicBezTo>
                  <a:lnTo>
                    <a:pt x="674" y="367"/>
                  </a:lnTo>
                  <a:cubicBezTo>
                    <a:pt x="679" y="367"/>
                    <a:pt x="683" y="371"/>
                    <a:pt x="683" y="375"/>
                  </a:cubicBezTo>
                  <a:lnTo>
                    <a:pt x="683" y="547"/>
                  </a:lnTo>
                  <a:lnTo>
                    <a:pt x="683" y="547"/>
                  </a:lnTo>
                  <a:cubicBezTo>
                    <a:pt x="683" y="552"/>
                    <a:pt x="679" y="556"/>
                    <a:pt x="674" y="556"/>
                  </a:cubicBezTo>
                  <a:close/>
                  <a:moveTo>
                    <a:pt x="1982" y="703"/>
                  </a:moveTo>
                  <a:lnTo>
                    <a:pt x="1982" y="703"/>
                  </a:lnTo>
                  <a:cubicBezTo>
                    <a:pt x="1977" y="703"/>
                    <a:pt x="1974" y="699"/>
                    <a:pt x="1974" y="695"/>
                  </a:cubicBezTo>
                  <a:lnTo>
                    <a:pt x="1974" y="522"/>
                  </a:lnTo>
                  <a:lnTo>
                    <a:pt x="1974" y="522"/>
                  </a:lnTo>
                  <a:cubicBezTo>
                    <a:pt x="1974" y="517"/>
                    <a:pt x="1977" y="514"/>
                    <a:pt x="1982" y="514"/>
                  </a:cubicBezTo>
                  <a:lnTo>
                    <a:pt x="1982" y="514"/>
                  </a:lnTo>
                  <a:cubicBezTo>
                    <a:pt x="1987" y="514"/>
                    <a:pt x="1991" y="517"/>
                    <a:pt x="1991" y="522"/>
                  </a:cubicBezTo>
                  <a:lnTo>
                    <a:pt x="1991" y="695"/>
                  </a:lnTo>
                  <a:lnTo>
                    <a:pt x="1991" y="695"/>
                  </a:lnTo>
                  <a:cubicBezTo>
                    <a:pt x="1991" y="699"/>
                    <a:pt x="1987" y="703"/>
                    <a:pt x="1982" y="703"/>
                  </a:cubicBezTo>
                  <a:close/>
                  <a:moveTo>
                    <a:pt x="674" y="900"/>
                  </a:moveTo>
                  <a:lnTo>
                    <a:pt x="674" y="900"/>
                  </a:lnTo>
                  <a:cubicBezTo>
                    <a:pt x="669" y="900"/>
                    <a:pt x="666" y="896"/>
                    <a:pt x="666" y="892"/>
                  </a:cubicBezTo>
                  <a:lnTo>
                    <a:pt x="666" y="719"/>
                  </a:lnTo>
                  <a:lnTo>
                    <a:pt x="666" y="719"/>
                  </a:lnTo>
                  <a:cubicBezTo>
                    <a:pt x="666" y="715"/>
                    <a:pt x="669" y="711"/>
                    <a:pt x="674" y="711"/>
                  </a:cubicBezTo>
                  <a:lnTo>
                    <a:pt x="674" y="711"/>
                  </a:lnTo>
                  <a:cubicBezTo>
                    <a:pt x="679" y="711"/>
                    <a:pt x="683" y="715"/>
                    <a:pt x="683" y="719"/>
                  </a:cubicBezTo>
                  <a:lnTo>
                    <a:pt x="683" y="892"/>
                  </a:lnTo>
                  <a:lnTo>
                    <a:pt x="683" y="892"/>
                  </a:lnTo>
                  <a:cubicBezTo>
                    <a:pt x="683" y="896"/>
                    <a:pt x="679" y="900"/>
                    <a:pt x="674" y="900"/>
                  </a:cubicBezTo>
                  <a:close/>
                  <a:moveTo>
                    <a:pt x="996" y="922"/>
                  </a:moveTo>
                  <a:lnTo>
                    <a:pt x="825" y="922"/>
                  </a:lnTo>
                  <a:lnTo>
                    <a:pt x="825" y="922"/>
                  </a:lnTo>
                  <a:cubicBezTo>
                    <a:pt x="820" y="922"/>
                    <a:pt x="816" y="918"/>
                    <a:pt x="816" y="913"/>
                  </a:cubicBezTo>
                  <a:lnTo>
                    <a:pt x="816" y="913"/>
                  </a:lnTo>
                  <a:cubicBezTo>
                    <a:pt x="816" y="909"/>
                    <a:pt x="820" y="905"/>
                    <a:pt x="825" y="905"/>
                  </a:cubicBezTo>
                  <a:lnTo>
                    <a:pt x="996" y="905"/>
                  </a:lnTo>
                  <a:lnTo>
                    <a:pt x="996" y="905"/>
                  </a:lnTo>
                  <a:cubicBezTo>
                    <a:pt x="1001" y="905"/>
                    <a:pt x="1005" y="909"/>
                    <a:pt x="1005" y="913"/>
                  </a:cubicBezTo>
                  <a:lnTo>
                    <a:pt x="1005" y="913"/>
                  </a:lnTo>
                  <a:cubicBezTo>
                    <a:pt x="1005" y="918"/>
                    <a:pt x="1001" y="922"/>
                    <a:pt x="996" y="922"/>
                  </a:cubicBezTo>
                  <a:close/>
                  <a:moveTo>
                    <a:pt x="1341" y="922"/>
                  </a:moveTo>
                  <a:lnTo>
                    <a:pt x="1169" y="922"/>
                  </a:lnTo>
                  <a:lnTo>
                    <a:pt x="1169" y="922"/>
                  </a:lnTo>
                  <a:cubicBezTo>
                    <a:pt x="1164" y="922"/>
                    <a:pt x="1160" y="918"/>
                    <a:pt x="1160" y="913"/>
                  </a:cubicBezTo>
                  <a:lnTo>
                    <a:pt x="1160" y="913"/>
                  </a:lnTo>
                  <a:cubicBezTo>
                    <a:pt x="1160" y="909"/>
                    <a:pt x="1164" y="905"/>
                    <a:pt x="1169" y="905"/>
                  </a:cubicBezTo>
                  <a:lnTo>
                    <a:pt x="1341" y="905"/>
                  </a:lnTo>
                  <a:lnTo>
                    <a:pt x="1341" y="905"/>
                  </a:lnTo>
                  <a:cubicBezTo>
                    <a:pt x="1346" y="905"/>
                    <a:pt x="1349" y="909"/>
                    <a:pt x="1349" y="913"/>
                  </a:cubicBezTo>
                  <a:lnTo>
                    <a:pt x="1349" y="913"/>
                  </a:lnTo>
                  <a:cubicBezTo>
                    <a:pt x="1349" y="918"/>
                    <a:pt x="1346" y="922"/>
                    <a:pt x="1341" y="922"/>
                  </a:cubicBezTo>
                  <a:close/>
                  <a:moveTo>
                    <a:pt x="1685" y="922"/>
                  </a:moveTo>
                  <a:lnTo>
                    <a:pt x="1513" y="922"/>
                  </a:lnTo>
                  <a:lnTo>
                    <a:pt x="1513" y="922"/>
                  </a:lnTo>
                  <a:cubicBezTo>
                    <a:pt x="1508" y="922"/>
                    <a:pt x="1504" y="918"/>
                    <a:pt x="1504" y="913"/>
                  </a:cubicBezTo>
                  <a:lnTo>
                    <a:pt x="1504" y="913"/>
                  </a:lnTo>
                  <a:cubicBezTo>
                    <a:pt x="1504" y="909"/>
                    <a:pt x="1508" y="905"/>
                    <a:pt x="1513" y="905"/>
                  </a:cubicBezTo>
                  <a:lnTo>
                    <a:pt x="1685" y="905"/>
                  </a:lnTo>
                  <a:lnTo>
                    <a:pt x="1685" y="905"/>
                  </a:lnTo>
                  <a:cubicBezTo>
                    <a:pt x="1690" y="905"/>
                    <a:pt x="1694" y="909"/>
                    <a:pt x="1694" y="913"/>
                  </a:cubicBezTo>
                  <a:lnTo>
                    <a:pt x="1694" y="913"/>
                  </a:lnTo>
                  <a:cubicBezTo>
                    <a:pt x="1694" y="918"/>
                    <a:pt x="1690" y="922"/>
                    <a:pt x="1685" y="922"/>
                  </a:cubicBezTo>
                  <a:close/>
                  <a:moveTo>
                    <a:pt x="1982" y="922"/>
                  </a:moveTo>
                  <a:lnTo>
                    <a:pt x="1857" y="922"/>
                  </a:lnTo>
                  <a:lnTo>
                    <a:pt x="1857" y="922"/>
                  </a:lnTo>
                  <a:cubicBezTo>
                    <a:pt x="1852" y="922"/>
                    <a:pt x="1848" y="918"/>
                    <a:pt x="1848" y="913"/>
                  </a:cubicBezTo>
                  <a:lnTo>
                    <a:pt x="1848" y="913"/>
                  </a:lnTo>
                  <a:cubicBezTo>
                    <a:pt x="1848" y="909"/>
                    <a:pt x="1852" y="905"/>
                    <a:pt x="1857" y="905"/>
                  </a:cubicBezTo>
                  <a:lnTo>
                    <a:pt x="1974" y="905"/>
                  </a:lnTo>
                  <a:lnTo>
                    <a:pt x="1974" y="866"/>
                  </a:lnTo>
                  <a:lnTo>
                    <a:pt x="1974" y="866"/>
                  </a:lnTo>
                  <a:cubicBezTo>
                    <a:pt x="1974" y="862"/>
                    <a:pt x="1977" y="858"/>
                    <a:pt x="1982" y="858"/>
                  </a:cubicBezTo>
                  <a:lnTo>
                    <a:pt x="1982" y="858"/>
                  </a:lnTo>
                  <a:cubicBezTo>
                    <a:pt x="1987" y="858"/>
                    <a:pt x="1991" y="862"/>
                    <a:pt x="1991" y="866"/>
                  </a:cubicBezTo>
                  <a:lnTo>
                    <a:pt x="1991" y="913"/>
                  </a:lnTo>
                  <a:lnTo>
                    <a:pt x="1991" y="913"/>
                  </a:lnTo>
                  <a:cubicBezTo>
                    <a:pt x="1991" y="918"/>
                    <a:pt x="1987" y="922"/>
                    <a:pt x="1982" y="922"/>
                  </a:cubicBezTo>
                  <a:close/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8358F676-1A8C-A145-B06F-AF5454CB7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1389" y="9322998"/>
              <a:ext cx="1834678" cy="1428192"/>
            </a:xfrm>
            <a:custGeom>
              <a:avLst/>
              <a:gdLst>
                <a:gd name="T0" fmla="*/ 9 w 1472"/>
                <a:gd name="T1" fmla="*/ 17 h 1146"/>
                <a:gd name="T2" fmla="*/ 0 w 1472"/>
                <a:gd name="T3" fmla="*/ 8 h 1146"/>
                <a:gd name="T4" fmla="*/ 9 w 1472"/>
                <a:gd name="T5" fmla="*/ 0 h 1146"/>
                <a:gd name="T6" fmla="*/ 181 w 1472"/>
                <a:gd name="T7" fmla="*/ 0 h 1146"/>
                <a:gd name="T8" fmla="*/ 190 w 1472"/>
                <a:gd name="T9" fmla="*/ 8 h 1146"/>
                <a:gd name="T10" fmla="*/ 525 w 1472"/>
                <a:gd name="T11" fmla="*/ 17 h 1146"/>
                <a:gd name="T12" fmla="*/ 353 w 1472"/>
                <a:gd name="T13" fmla="*/ 17 h 1146"/>
                <a:gd name="T14" fmla="*/ 344 w 1472"/>
                <a:gd name="T15" fmla="*/ 8 h 1146"/>
                <a:gd name="T16" fmla="*/ 525 w 1472"/>
                <a:gd name="T17" fmla="*/ 0 h 1146"/>
                <a:gd name="T18" fmla="*/ 533 w 1472"/>
                <a:gd name="T19" fmla="*/ 8 h 1146"/>
                <a:gd name="T20" fmla="*/ 525 w 1472"/>
                <a:gd name="T21" fmla="*/ 17 h 1146"/>
                <a:gd name="T22" fmla="*/ 697 w 1472"/>
                <a:gd name="T23" fmla="*/ 17 h 1146"/>
                <a:gd name="T24" fmla="*/ 689 w 1472"/>
                <a:gd name="T25" fmla="*/ 8 h 1146"/>
                <a:gd name="T26" fmla="*/ 697 w 1472"/>
                <a:gd name="T27" fmla="*/ 0 h 1146"/>
                <a:gd name="T28" fmla="*/ 869 w 1472"/>
                <a:gd name="T29" fmla="*/ 0 h 1146"/>
                <a:gd name="T30" fmla="*/ 877 w 1472"/>
                <a:gd name="T31" fmla="*/ 8 h 1146"/>
                <a:gd name="T32" fmla="*/ 1213 w 1472"/>
                <a:gd name="T33" fmla="*/ 17 h 1146"/>
                <a:gd name="T34" fmla="*/ 1041 w 1472"/>
                <a:gd name="T35" fmla="*/ 17 h 1146"/>
                <a:gd name="T36" fmla="*/ 1032 w 1472"/>
                <a:gd name="T37" fmla="*/ 8 h 1146"/>
                <a:gd name="T38" fmla="*/ 1213 w 1472"/>
                <a:gd name="T39" fmla="*/ 0 h 1146"/>
                <a:gd name="T40" fmla="*/ 1222 w 1472"/>
                <a:gd name="T41" fmla="*/ 8 h 1146"/>
                <a:gd name="T42" fmla="*/ 1213 w 1472"/>
                <a:gd name="T43" fmla="*/ 17 h 1146"/>
                <a:gd name="T44" fmla="*/ 1462 w 1472"/>
                <a:gd name="T45" fmla="*/ 112 h 1146"/>
                <a:gd name="T46" fmla="*/ 1453 w 1472"/>
                <a:gd name="T47" fmla="*/ 17 h 1146"/>
                <a:gd name="T48" fmla="*/ 1385 w 1472"/>
                <a:gd name="T49" fmla="*/ 17 h 1146"/>
                <a:gd name="T50" fmla="*/ 1376 w 1472"/>
                <a:gd name="T51" fmla="*/ 8 h 1146"/>
                <a:gd name="T52" fmla="*/ 1462 w 1472"/>
                <a:gd name="T53" fmla="*/ 0 h 1146"/>
                <a:gd name="T54" fmla="*/ 1471 w 1472"/>
                <a:gd name="T55" fmla="*/ 8 h 1146"/>
                <a:gd name="T56" fmla="*/ 1471 w 1472"/>
                <a:gd name="T57" fmla="*/ 104 h 1146"/>
                <a:gd name="T58" fmla="*/ 1462 w 1472"/>
                <a:gd name="T59" fmla="*/ 456 h 1146"/>
                <a:gd name="T60" fmla="*/ 1453 w 1472"/>
                <a:gd name="T61" fmla="*/ 448 h 1146"/>
                <a:gd name="T62" fmla="*/ 1453 w 1472"/>
                <a:gd name="T63" fmla="*/ 276 h 1146"/>
                <a:gd name="T64" fmla="*/ 1462 w 1472"/>
                <a:gd name="T65" fmla="*/ 267 h 1146"/>
                <a:gd name="T66" fmla="*/ 1471 w 1472"/>
                <a:gd name="T67" fmla="*/ 448 h 1146"/>
                <a:gd name="T68" fmla="*/ 1462 w 1472"/>
                <a:gd name="T69" fmla="*/ 456 h 1146"/>
                <a:gd name="T70" fmla="*/ 1462 w 1472"/>
                <a:gd name="T71" fmla="*/ 801 h 1146"/>
                <a:gd name="T72" fmla="*/ 1453 w 1472"/>
                <a:gd name="T73" fmla="*/ 620 h 1146"/>
                <a:gd name="T74" fmla="*/ 1462 w 1472"/>
                <a:gd name="T75" fmla="*/ 611 h 1146"/>
                <a:gd name="T76" fmla="*/ 1471 w 1472"/>
                <a:gd name="T77" fmla="*/ 620 h 1146"/>
                <a:gd name="T78" fmla="*/ 1471 w 1472"/>
                <a:gd name="T79" fmla="*/ 792 h 1146"/>
                <a:gd name="T80" fmla="*/ 1462 w 1472"/>
                <a:gd name="T81" fmla="*/ 1145 h 1146"/>
                <a:gd name="T82" fmla="*/ 1453 w 1472"/>
                <a:gd name="T83" fmla="*/ 1136 h 1146"/>
                <a:gd name="T84" fmla="*/ 1453 w 1472"/>
                <a:gd name="T85" fmla="*/ 964 h 1146"/>
                <a:gd name="T86" fmla="*/ 1462 w 1472"/>
                <a:gd name="T87" fmla="*/ 955 h 1146"/>
                <a:gd name="T88" fmla="*/ 1471 w 1472"/>
                <a:gd name="T89" fmla="*/ 1136 h 1146"/>
                <a:gd name="T90" fmla="*/ 1462 w 1472"/>
                <a:gd name="T91" fmla="*/ 1145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72" h="1146">
                  <a:moveTo>
                    <a:pt x="181" y="17"/>
                  </a:moveTo>
                  <a:lnTo>
                    <a:pt x="9" y="17"/>
                  </a:lnTo>
                  <a:lnTo>
                    <a:pt x="9" y="17"/>
                  </a:lnTo>
                  <a:cubicBezTo>
                    <a:pt x="4" y="17"/>
                    <a:pt x="0" y="13"/>
                    <a:pt x="0" y="8"/>
                  </a:cubicBezTo>
                  <a:lnTo>
                    <a:pt x="0" y="8"/>
                  </a:lnTo>
                  <a:cubicBezTo>
                    <a:pt x="0" y="4"/>
                    <a:pt x="4" y="0"/>
                    <a:pt x="9" y="0"/>
                  </a:cubicBezTo>
                  <a:lnTo>
                    <a:pt x="181" y="0"/>
                  </a:lnTo>
                  <a:lnTo>
                    <a:pt x="181" y="0"/>
                  </a:lnTo>
                  <a:cubicBezTo>
                    <a:pt x="185" y="0"/>
                    <a:pt x="190" y="4"/>
                    <a:pt x="190" y="8"/>
                  </a:cubicBezTo>
                  <a:lnTo>
                    <a:pt x="190" y="8"/>
                  </a:lnTo>
                  <a:cubicBezTo>
                    <a:pt x="190" y="13"/>
                    <a:pt x="185" y="17"/>
                    <a:pt x="181" y="17"/>
                  </a:cubicBezTo>
                  <a:close/>
                  <a:moveTo>
                    <a:pt x="525" y="17"/>
                  </a:moveTo>
                  <a:lnTo>
                    <a:pt x="353" y="17"/>
                  </a:lnTo>
                  <a:lnTo>
                    <a:pt x="353" y="17"/>
                  </a:lnTo>
                  <a:cubicBezTo>
                    <a:pt x="348" y="17"/>
                    <a:pt x="344" y="13"/>
                    <a:pt x="344" y="8"/>
                  </a:cubicBezTo>
                  <a:lnTo>
                    <a:pt x="344" y="8"/>
                  </a:lnTo>
                  <a:cubicBezTo>
                    <a:pt x="344" y="4"/>
                    <a:pt x="348" y="0"/>
                    <a:pt x="353" y="0"/>
                  </a:cubicBezTo>
                  <a:lnTo>
                    <a:pt x="525" y="0"/>
                  </a:lnTo>
                  <a:lnTo>
                    <a:pt x="525" y="0"/>
                  </a:lnTo>
                  <a:cubicBezTo>
                    <a:pt x="530" y="0"/>
                    <a:pt x="533" y="4"/>
                    <a:pt x="533" y="8"/>
                  </a:cubicBezTo>
                  <a:lnTo>
                    <a:pt x="533" y="8"/>
                  </a:lnTo>
                  <a:cubicBezTo>
                    <a:pt x="533" y="13"/>
                    <a:pt x="530" y="17"/>
                    <a:pt x="525" y="17"/>
                  </a:cubicBezTo>
                  <a:close/>
                  <a:moveTo>
                    <a:pt x="869" y="17"/>
                  </a:moveTo>
                  <a:lnTo>
                    <a:pt x="697" y="17"/>
                  </a:lnTo>
                  <a:lnTo>
                    <a:pt x="697" y="17"/>
                  </a:lnTo>
                  <a:cubicBezTo>
                    <a:pt x="692" y="17"/>
                    <a:pt x="689" y="13"/>
                    <a:pt x="689" y="8"/>
                  </a:cubicBezTo>
                  <a:lnTo>
                    <a:pt x="689" y="8"/>
                  </a:lnTo>
                  <a:cubicBezTo>
                    <a:pt x="689" y="4"/>
                    <a:pt x="692" y="0"/>
                    <a:pt x="697" y="0"/>
                  </a:cubicBezTo>
                  <a:lnTo>
                    <a:pt x="869" y="0"/>
                  </a:lnTo>
                  <a:lnTo>
                    <a:pt x="869" y="0"/>
                  </a:lnTo>
                  <a:cubicBezTo>
                    <a:pt x="874" y="0"/>
                    <a:pt x="877" y="4"/>
                    <a:pt x="877" y="8"/>
                  </a:cubicBezTo>
                  <a:lnTo>
                    <a:pt x="877" y="8"/>
                  </a:lnTo>
                  <a:cubicBezTo>
                    <a:pt x="877" y="13"/>
                    <a:pt x="874" y="17"/>
                    <a:pt x="869" y="17"/>
                  </a:cubicBezTo>
                  <a:close/>
                  <a:moveTo>
                    <a:pt x="1213" y="17"/>
                  </a:moveTo>
                  <a:lnTo>
                    <a:pt x="1041" y="17"/>
                  </a:lnTo>
                  <a:lnTo>
                    <a:pt x="1041" y="17"/>
                  </a:lnTo>
                  <a:cubicBezTo>
                    <a:pt x="1037" y="17"/>
                    <a:pt x="1032" y="13"/>
                    <a:pt x="1032" y="8"/>
                  </a:cubicBezTo>
                  <a:lnTo>
                    <a:pt x="1032" y="8"/>
                  </a:lnTo>
                  <a:cubicBezTo>
                    <a:pt x="1032" y="4"/>
                    <a:pt x="1037" y="0"/>
                    <a:pt x="1041" y="0"/>
                  </a:cubicBezTo>
                  <a:lnTo>
                    <a:pt x="1213" y="0"/>
                  </a:lnTo>
                  <a:lnTo>
                    <a:pt x="1213" y="0"/>
                  </a:lnTo>
                  <a:cubicBezTo>
                    <a:pt x="1218" y="0"/>
                    <a:pt x="1222" y="4"/>
                    <a:pt x="1222" y="8"/>
                  </a:cubicBezTo>
                  <a:lnTo>
                    <a:pt x="1222" y="8"/>
                  </a:lnTo>
                  <a:cubicBezTo>
                    <a:pt x="1222" y="13"/>
                    <a:pt x="1218" y="17"/>
                    <a:pt x="1213" y="17"/>
                  </a:cubicBezTo>
                  <a:close/>
                  <a:moveTo>
                    <a:pt x="1462" y="112"/>
                  </a:moveTo>
                  <a:lnTo>
                    <a:pt x="1462" y="112"/>
                  </a:lnTo>
                  <a:cubicBezTo>
                    <a:pt x="1457" y="112"/>
                    <a:pt x="1453" y="108"/>
                    <a:pt x="1453" y="104"/>
                  </a:cubicBezTo>
                  <a:lnTo>
                    <a:pt x="1453" y="17"/>
                  </a:lnTo>
                  <a:lnTo>
                    <a:pt x="1385" y="17"/>
                  </a:lnTo>
                  <a:lnTo>
                    <a:pt x="1385" y="17"/>
                  </a:lnTo>
                  <a:cubicBezTo>
                    <a:pt x="1380" y="17"/>
                    <a:pt x="1376" y="13"/>
                    <a:pt x="1376" y="8"/>
                  </a:cubicBezTo>
                  <a:lnTo>
                    <a:pt x="1376" y="8"/>
                  </a:lnTo>
                  <a:cubicBezTo>
                    <a:pt x="1376" y="4"/>
                    <a:pt x="1380" y="0"/>
                    <a:pt x="1385" y="0"/>
                  </a:cubicBezTo>
                  <a:lnTo>
                    <a:pt x="1462" y="0"/>
                  </a:lnTo>
                  <a:lnTo>
                    <a:pt x="1462" y="0"/>
                  </a:lnTo>
                  <a:cubicBezTo>
                    <a:pt x="1467" y="0"/>
                    <a:pt x="1471" y="4"/>
                    <a:pt x="1471" y="8"/>
                  </a:cubicBezTo>
                  <a:lnTo>
                    <a:pt x="1471" y="104"/>
                  </a:lnTo>
                  <a:lnTo>
                    <a:pt x="1471" y="104"/>
                  </a:lnTo>
                  <a:cubicBezTo>
                    <a:pt x="1471" y="108"/>
                    <a:pt x="1467" y="112"/>
                    <a:pt x="1462" y="112"/>
                  </a:cubicBezTo>
                  <a:close/>
                  <a:moveTo>
                    <a:pt x="1462" y="456"/>
                  </a:moveTo>
                  <a:lnTo>
                    <a:pt x="1462" y="456"/>
                  </a:lnTo>
                  <a:cubicBezTo>
                    <a:pt x="1457" y="456"/>
                    <a:pt x="1453" y="453"/>
                    <a:pt x="1453" y="448"/>
                  </a:cubicBezTo>
                  <a:lnTo>
                    <a:pt x="1453" y="276"/>
                  </a:lnTo>
                  <a:lnTo>
                    <a:pt x="1453" y="276"/>
                  </a:lnTo>
                  <a:cubicBezTo>
                    <a:pt x="1453" y="271"/>
                    <a:pt x="1457" y="267"/>
                    <a:pt x="1462" y="267"/>
                  </a:cubicBezTo>
                  <a:lnTo>
                    <a:pt x="1462" y="267"/>
                  </a:lnTo>
                  <a:cubicBezTo>
                    <a:pt x="1467" y="267"/>
                    <a:pt x="1471" y="271"/>
                    <a:pt x="1471" y="276"/>
                  </a:cubicBezTo>
                  <a:lnTo>
                    <a:pt x="1471" y="448"/>
                  </a:lnTo>
                  <a:lnTo>
                    <a:pt x="1471" y="448"/>
                  </a:lnTo>
                  <a:cubicBezTo>
                    <a:pt x="1471" y="453"/>
                    <a:pt x="1467" y="456"/>
                    <a:pt x="1462" y="456"/>
                  </a:cubicBezTo>
                  <a:close/>
                  <a:moveTo>
                    <a:pt x="1462" y="801"/>
                  </a:moveTo>
                  <a:lnTo>
                    <a:pt x="1462" y="801"/>
                  </a:lnTo>
                  <a:cubicBezTo>
                    <a:pt x="1457" y="801"/>
                    <a:pt x="1453" y="797"/>
                    <a:pt x="1453" y="792"/>
                  </a:cubicBezTo>
                  <a:lnTo>
                    <a:pt x="1453" y="620"/>
                  </a:lnTo>
                  <a:lnTo>
                    <a:pt x="1453" y="620"/>
                  </a:lnTo>
                  <a:cubicBezTo>
                    <a:pt x="1453" y="615"/>
                    <a:pt x="1457" y="611"/>
                    <a:pt x="1462" y="611"/>
                  </a:cubicBezTo>
                  <a:lnTo>
                    <a:pt x="1462" y="611"/>
                  </a:lnTo>
                  <a:cubicBezTo>
                    <a:pt x="1467" y="611"/>
                    <a:pt x="1471" y="615"/>
                    <a:pt x="1471" y="620"/>
                  </a:cubicBezTo>
                  <a:lnTo>
                    <a:pt x="1471" y="792"/>
                  </a:lnTo>
                  <a:lnTo>
                    <a:pt x="1471" y="792"/>
                  </a:lnTo>
                  <a:cubicBezTo>
                    <a:pt x="1471" y="797"/>
                    <a:pt x="1467" y="801"/>
                    <a:pt x="1462" y="801"/>
                  </a:cubicBezTo>
                  <a:close/>
                  <a:moveTo>
                    <a:pt x="1462" y="1145"/>
                  </a:moveTo>
                  <a:lnTo>
                    <a:pt x="1462" y="1145"/>
                  </a:lnTo>
                  <a:cubicBezTo>
                    <a:pt x="1457" y="1145"/>
                    <a:pt x="1453" y="1141"/>
                    <a:pt x="1453" y="1136"/>
                  </a:cubicBezTo>
                  <a:lnTo>
                    <a:pt x="1453" y="964"/>
                  </a:lnTo>
                  <a:lnTo>
                    <a:pt x="1453" y="964"/>
                  </a:lnTo>
                  <a:cubicBezTo>
                    <a:pt x="1453" y="959"/>
                    <a:pt x="1457" y="955"/>
                    <a:pt x="1462" y="955"/>
                  </a:cubicBezTo>
                  <a:lnTo>
                    <a:pt x="1462" y="955"/>
                  </a:lnTo>
                  <a:cubicBezTo>
                    <a:pt x="1467" y="955"/>
                    <a:pt x="1471" y="959"/>
                    <a:pt x="1471" y="964"/>
                  </a:cubicBezTo>
                  <a:lnTo>
                    <a:pt x="1471" y="1136"/>
                  </a:lnTo>
                  <a:lnTo>
                    <a:pt x="1471" y="1136"/>
                  </a:lnTo>
                  <a:cubicBezTo>
                    <a:pt x="1471" y="1141"/>
                    <a:pt x="1467" y="1145"/>
                    <a:pt x="1462" y="1145"/>
                  </a:cubicBezTo>
                  <a:close/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095BC1CF-E5FC-2A40-87C6-6C9852A5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6114" y="5093352"/>
              <a:ext cx="4108799" cy="5405157"/>
            </a:xfrm>
            <a:custGeom>
              <a:avLst/>
              <a:gdLst>
                <a:gd name="T0" fmla="*/ 2401 w 3299"/>
                <a:gd name="T1" fmla="*/ 3856 h 4340"/>
                <a:gd name="T2" fmla="*/ 2401 w 3299"/>
                <a:gd name="T3" fmla="*/ 3856 h 4340"/>
                <a:gd name="T4" fmla="*/ 1688 w 3299"/>
                <a:gd name="T5" fmla="*/ 4336 h 4340"/>
                <a:gd name="T6" fmla="*/ 1688 w 3299"/>
                <a:gd name="T7" fmla="*/ 4336 h 4340"/>
                <a:gd name="T8" fmla="*/ 946 w 3299"/>
                <a:gd name="T9" fmla="*/ 3861 h 4340"/>
                <a:gd name="T10" fmla="*/ 946 w 3299"/>
                <a:gd name="T11" fmla="*/ 3861 h 4340"/>
                <a:gd name="T12" fmla="*/ 0 w 3299"/>
                <a:gd name="T13" fmla="*/ 1840 h 4340"/>
                <a:gd name="T14" fmla="*/ 0 w 3299"/>
                <a:gd name="T15" fmla="*/ 1103 h 4340"/>
                <a:gd name="T16" fmla="*/ 0 w 3299"/>
                <a:gd name="T17" fmla="*/ 1103 h 4340"/>
                <a:gd name="T18" fmla="*/ 82 w 3299"/>
                <a:gd name="T19" fmla="*/ 960 h 4340"/>
                <a:gd name="T20" fmla="*/ 1649 w 3299"/>
                <a:gd name="T21" fmla="*/ 0 h 4340"/>
                <a:gd name="T22" fmla="*/ 3216 w 3299"/>
                <a:gd name="T23" fmla="*/ 960 h 4340"/>
                <a:gd name="T24" fmla="*/ 3216 w 3299"/>
                <a:gd name="T25" fmla="*/ 960 h 4340"/>
                <a:gd name="T26" fmla="*/ 3298 w 3299"/>
                <a:gd name="T27" fmla="*/ 1103 h 4340"/>
                <a:gd name="T28" fmla="*/ 3298 w 3299"/>
                <a:gd name="T29" fmla="*/ 1878 h 4340"/>
                <a:gd name="T30" fmla="*/ 3298 w 3299"/>
                <a:gd name="T31" fmla="*/ 1878 h 4340"/>
                <a:gd name="T32" fmla="*/ 2401 w 3299"/>
                <a:gd name="T33" fmla="*/ 3856 h 4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99" h="4340">
                  <a:moveTo>
                    <a:pt x="2401" y="3856"/>
                  </a:moveTo>
                  <a:lnTo>
                    <a:pt x="2401" y="3856"/>
                  </a:lnTo>
                  <a:cubicBezTo>
                    <a:pt x="2401" y="3856"/>
                    <a:pt x="1853" y="4333"/>
                    <a:pt x="1688" y="4336"/>
                  </a:cubicBezTo>
                  <a:lnTo>
                    <a:pt x="1688" y="4336"/>
                  </a:lnTo>
                  <a:cubicBezTo>
                    <a:pt x="1521" y="4339"/>
                    <a:pt x="946" y="3861"/>
                    <a:pt x="946" y="3861"/>
                  </a:cubicBezTo>
                  <a:lnTo>
                    <a:pt x="946" y="3861"/>
                  </a:lnTo>
                  <a:cubicBezTo>
                    <a:pt x="345" y="3349"/>
                    <a:pt x="0" y="2613"/>
                    <a:pt x="0" y="1840"/>
                  </a:cubicBezTo>
                  <a:lnTo>
                    <a:pt x="0" y="1103"/>
                  </a:lnTo>
                  <a:lnTo>
                    <a:pt x="0" y="1103"/>
                  </a:lnTo>
                  <a:cubicBezTo>
                    <a:pt x="0" y="1045"/>
                    <a:pt x="31" y="991"/>
                    <a:pt x="82" y="960"/>
                  </a:cubicBezTo>
                  <a:lnTo>
                    <a:pt x="1649" y="0"/>
                  </a:lnTo>
                  <a:lnTo>
                    <a:pt x="3216" y="960"/>
                  </a:lnTo>
                  <a:lnTo>
                    <a:pt x="3216" y="960"/>
                  </a:lnTo>
                  <a:cubicBezTo>
                    <a:pt x="3268" y="991"/>
                    <a:pt x="3298" y="1045"/>
                    <a:pt x="3298" y="1103"/>
                  </a:cubicBezTo>
                  <a:lnTo>
                    <a:pt x="3298" y="1878"/>
                  </a:lnTo>
                  <a:lnTo>
                    <a:pt x="3298" y="1878"/>
                  </a:lnTo>
                  <a:cubicBezTo>
                    <a:pt x="3298" y="2630"/>
                    <a:pt x="2973" y="3346"/>
                    <a:pt x="2401" y="3856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56F21C9B-BF82-8C4F-B41C-103EF20C6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62489" y="8455100"/>
              <a:ext cx="1279878" cy="1307345"/>
            </a:xfrm>
            <a:custGeom>
              <a:avLst/>
              <a:gdLst>
                <a:gd name="T0" fmla="*/ 9 w 1029"/>
                <a:gd name="T1" fmla="*/ 1048 h 1049"/>
                <a:gd name="T2" fmla="*/ 9 w 1029"/>
                <a:gd name="T3" fmla="*/ 1048 h 1049"/>
                <a:gd name="T4" fmla="*/ 0 w 1029"/>
                <a:gd name="T5" fmla="*/ 1039 h 1049"/>
                <a:gd name="T6" fmla="*/ 0 w 1029"/>
                <a:gd name="T7" fmla="*/ 1039 h 1049"/>
                <a:gd name="T8" fmla="*/ 8 w 1029"/>
                <a:gd name="T9" fmla="*/ 1030 h 1049"/>
                <a:gd name="T10" fmla="*/ 8 w 1029"/>
                <a:gd name="T11" fmla="*/ 1030 h 1049"/>
                <a:gd name="T12" fmla="*/ 171 w 1029"/>
                <a:gd name="T13" fmla="*/ 953 h 1049"/>
                <a:gd name="T14" fmla="*/ 171 w 1029"/>
                <a:gd name="T15" fmla="*/ 953 h 1049"/>
                <a:gd name="T16" fmla="*/ 519 w 1029"/>
                <a:gd name="T17" fmla="*/ 685 h 1049"/>
                <a:gd name="T18" fmla="*/ 519 w 1029"/>
                <a:gd name="T19" fmla="*/ 685 h 1049"/>
                <a:gd name="T20" fmla="*/ 1011 w 1029"/>
                <a:gd name="T21" fmla="*/ 7 h 1049"/>
                <a:gd name="T22" fmla="*/ 1011 w 1029"/>
                <a:gd name="T23" fmla="*/ 7 h 1049"/>
                <a:gd name="T24" fmla="*/ 1022 w 1029"/>
                <a:gd name="T25" fmla="*/ 2 h 1049"/>
                <a:gd name="T26" fmla="*/ 1022 w 1029"/>
                <a:gd name="T27" fmla="*/ 2 h 1049"/>
                <a:gd name="T28" fmla="*/ 1026 w 1029"/>
                <a:gd name="T29" fmla="*/ 14 h 1049"/>
                <a:gd name="T30" fmla="*/ 1026 w 1029"/>
                <a:gd name="T31" fmla="*/ 14 h 1049"/>
                <a:gd name="T32" fmla="*/ 531 w 1029"/>
                <a:gd name="T33" fmla="*/ 698 h 1049"/>
                <a:gd name="T34" fmla="*/ 531 w 1029"/>
                <a:gd name="T35" fmla="*/ 698 h 1049"/>
                <a:gd name="T36" fmla="*/ 181 w 1029"/>
                <a:gd name="T37" fmla="*/ 968 h 1049"/>
                <a:gd name="T38" fmla="*/ 181 w 1029"/>
                <a:gd name="T39" fmla="*/ 968 h 1049"/>
                <a:gd name="T40" fmla="*/ 9 w 1029"/>
                <a:gd name="T41" fmla="*/ 1048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29" h="1049">
                  <a:moveTo>
                    <a:pt x="9" y="1048"/>
                  </a:moveTo>
                  <a:lnTo>
                    <a:pt x="9" y="1048"/>
                  </a:lnTo>
                  <a:cubicBezTo>
                    <a:pt x="4" y="1048"/>
                    <a:pt x="0" y="1044"/>
                    <a:pt x="0" y="1039"/>
                  </a:cubicBezTo>
                  <a:lnTo>
                    <a:pt x="0" y="1039"/>
                  </a:lnTo>
                  <a:cubicBezTo>
                    <a:pt x="0" y="1034"/>
                    <a:pt x="4" y="1030"/>
                    <a:pt x="8" y="1030"/>
                  </a:cubicBezTo>
                  <a:lnTo>
                    <a:pt x="8" y="1030"/>
                  </a:lnTo>
                  <a:cubicBezTo>
                    <a:pt x="30" y="1030"/>
                    <a:pt x="76" y="1016"/>
                    <a:pt x="171" y="953"/>
                  </a:cubicBezTo>
                  <a:lnTo>
                    <a:pt x="171" y="953"/>
                  </a:lnTo>
                  <a:cubicBezTo>
                    <a:pt x="326" y="853"/>
                    <a:pt x="518" y="687"/>
                    <a:pt x="519" y="685"/>
                  </a:cubicBezTo>
                  <a:lnTo>
                    <a:pt x="519" y="685"/>
                  </a:lnTo>
                  <a:cubicBezTo>
                    <a:pt x="733" y="494"/>
                    <a:pt x="899" y="266"/>
                    <a:pt x="1011" y="7"/>
                  </a:cubicBezTo>
                  <a:lnTo>
                    <a:pt x="1011" y="7"/>
                  </a:lnTo>
                  <a:cubicBezTo>
                    <a:pt x="1013" y="2"/>
                    <a:pt x="1018" y="0"/>
                    <a:pt x="1022" y="2"/>
                  </a:cubicBezTo>
                  <a:lnTo>
                    <a:pt x="1022" y="2"/>
                  </a:lnTo>
                  <a:cubicBezTo>
                    <a:pt x="1026" y="4"/>
                    <a:pt x="1028" y="10"/>
                    <a:pt x="1026" y="14"/>
                  </a:cubicBezTo>
                  <a:lnTo>
                    <a:pt x="1026" y="14"/>
                  </a:lnTo>
                  <a:cubicBezTo>
                    <a:pt x="913" y="275"/>
                    <a:pt x="746" y="505"/>
                    <a:pt x="531" y="698"/>
                  </a:cubicBezTo>
                  <a:lnTo>
                    <a:pt x="531" y="698"/>
                  </a:lnTo>
                  <a:cubicBezTo>
                    <a:pt x="529" y="699"/>
                    <a:pt x="336" y="866"/>
                    <a:pt x="181" y="968"/>
                  </a:cubicBezTo>
                  <a:lnTo>
                    <a:pt x="181" y="968"/>
                  </a:lnTo>
                  <a:cubicBezTo>
                    <a:pt x="100" y="1021"/>
                    <a:pt x="43" y="1047"/>
                    <a:pt x="9" y="1048"/>
                  </a:cubicBezTo>
                </a:path>
              </a:pathLst>
            </a:custGeom>
            <a:solidFill>
              <a:srgbClr val="F5391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C26E3B8-1601-844F-B9F7-F57D81630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0911" y="6210385"/>
              <a:ext cx="881501" cy="2479668"/>
            </a:xfrm>
            <a:custGeom>
              <a:avLst/>
              <a:gdLst>
                <a:gd name="connsiteX0" fmla="*/ 59498 w 881501"/>
                <a:gd name="connsiteY0" fmla="*/ 1757078 h 2479668"/>
                <a:gd name="connsiteX1" fmla="*/ 72067 w 881501"/>
                <a:gd name="connsiteY1" fmla="*/ 1764553 h 2479668"/>
                <a:gd name="connsiteX2" fmla="*/ 341040 w 881501"/>
                <a:gd name="connsiteY2" fmla="*/ 2463472 h 2479668"/>
                <a:gd name="connsiteX3" fmla="*/ 337270 w 881501"/>
                <a:gd name="connsiteY3" fmla="*/ 2477176 h 2479668"/>
                <a:gd name="connsiteX4" fmla="*/ 332242 w 881501"/>
                <a:gd name="connsiteY4" fmla="*/ 2479668 h 2479668"/>
                <a:gd name="connsiteX5" fmla="*/ 322187 w 881501"/>
                <a:gd name="connsiteY5" fmla="*/ 2473439 h 2479668"/>
                <a:gd name="connsiteX6" fmla="*/ 50700 w 881501"/>
                <a:gd name="connsiteY6" fmla="*/ 1769537 h 2479668"/>
                <a:gd name="connsiteX7" fmla="*/ 59498 w 881501"/>
                <a:gd name="connsiteY7" fmla="*/ 1757078 h 2479668"/>
                <a:gd name="connsiteX8" fmla="*/ 865698 w 881501"/>
                <a:gd name="connsiteY8" fmla="*/ 1802 h 2479668"/>
                <a:gd name="connsiteX9" fmla="*/ 879400 w 881501"/>
                <a:gd name="connsiteY9" fmla="*/ 5543 h 2479668"/>
                <a:gd name="connsiteX10" fmla="*/ 875663 w 881501"/>
                <a:gd name="connsiteY10" fmla="*/ 20507 h 2479668"/>
                <a:gd name="connsiteX11" fmla="*/ 90929 w 881501"/>
                <a:gd name="connsiteY11" fmla="*/ 501842 h 2479668"/>
                <a:gd name="connsiteX12" fmla="*/ 22421 w 881501"/>
                <a:gd name="connsiteY12" fmla="*/ 621553 h 2479668"/>
                <a:gd name="connsiteX13" fmla="*/ 22421 w 881501"/>
                <a:gd name="connsiteY13" fmla="*/ 1288688 h 2479668"/>
                <a:gd name="connsiteX14" fmla="*/ 11210 w 881501"/>
                <a:gd name="connsiteY14" fmla="*/ 1298664 h 2479668"/>
                <a:gd name="connsiteX15" fmla="*/ 0 w 881501"/>
                <a:gd name="connsiteY15" fmla="*/ 1288688 h 2479668"/>
                <a:gd name="connsiteX16" fmla="*/ 0 w 881501"/>
                <a:gd name="connsiteY16" fmla="*/ 621553 h 2479668"/>
                <a:gd name="connsiteX17" fmla="*/ 79719 w 881501"/>
                <a:gd name="connsiteY17" fmla="*/ 483138 h 2479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81501" h="2479668">
                  <a:moveTo>
                    <a:pt x="59498" y="1757078"/>
                  </a:moveTo>
                  <a:cubicBezTo>
                    <a:pt x="65783" y="1755832"/>
                    <a:pt x="70810" y="1758324"/>
                    <a:pt x="72067" y="1764553"/>
                  </a:cubicBezTo>
                  <a:cubicBezTo>
                    <a:pt x="123599" y="2009985"/>
                    <a:pt x="214095" y="2244203"/>
                    <a:pt x="341040" y="2463472"/>
                  </a:cubicBezTo>
                  <a:cubicBezTo>
                    <a:pt x="344811" y="2468456"/>
                    <a:pt x="342297" y="2474685"/>
                    <a:pt x="337270" y="2477176"/>
                  </a:cubicBezTo>
                  <a:cubicBezTo>
                    <a:pt x="336013" y="2479668"/>
                    <a:pt x="333499" y="2479668"/>
                    <a:pt x="332242" y="2479668"/>
                  </a:cubicBezTo>
                  <a:cubicBezTo>
                    <a:pt x="328472" y="2479668"/>
                    <a:pt x="324701" y="2477176"/>
                    <a:pt x="322187" y="2473439"/>
                  </a:cubicBezTo>
                  <a:cubicBezTo>
                    <a:pt x="193985" y="2252924"/>
                    <a:pt x="103489" y="2016214"/>
                    <a:pt x="50700" y="1769537"/>
                  </a:cubicBezTo>
                  <a:cubicBezTo>
                    <a:pt x="49443" y="1763307"/>
                    <a:pt x="53214" y="1757078"/>
                    <a:pt x="59498" y="1757078"/>
                  </a:cubicBezTo>
                  <a:close/>
                  <a:moveTo>
                    <a:pt x="865698" y="1802"/>
                  </a:moveTo>
                  <a:cubicBezTo>
                    <a:pt x="869435" y="-1939"/>
                    <a:pt x="876908" y="555"/>
                    <a:pt x="879400" y="5543"/>
                  </a:cubicBezTo>
                  <a:cubicBezTo>
                    <a:pt x="883136" y="10531"/>
                    <a:pt x="881891" y="16766"/>
                    <a:pt x="875663" y="20507"/>
                  </a:cubicBezTo>
                  <a:lnTo>
                    <a:pt x="90929" y="501842"/>
                  </a:lnTo>
                  <a:cubicBezTo>
                    <a:pt x="47333" y="528029"/>
                    <a:pt x="22421" y="572920"/>
                    <a:pt x="22421" y="621553"/>
                  </a:cubicBezTo>
                  <a:lnTo>
                    <a:pt x="22421" y="1288688"/>
                  </a:lnTo>
                  <a:cubicBezTo>
                    <a:pt x="22421" y="1293676"/>
                    <a:pt x="17439" y="1298664"/>
                    <a:pt x="11210" y="1298664"/>
                  </a:cubicBezTo>
                  <a:cubicBezTo>
                    <a:pt x="4982" y="1298664"/>
                    <a:pt x="0" y="1293676"/>
                    <a:pt x="0" y="1288688"/>
                  </a:cubicBezTo>
                  <a:lnTo>
                    <a:pt x="0" y="621553"/>
                  </a:lnTo>
                  <a:cubicBezTo>
                    <a:pt x="0" y="565438"/>
                    <a:pt x="29895" y="514312"/>
                    <a:pt x="79719" y="483138"/>
                  </a:cubicBez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641DFA25-E12D-B641-9711-7C405F280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6413" y="6483095"/>
              <a:ext cx="2301588" cy="2301585"/>
            </a:xfrm>
            <a:custGeom>
              <a:avLst/>
              <a:gdLst>
                <a:gd name="T0" fmla="*/ 1848 w 1849"/>
                <a:gd name="T1" fmla="*/ 923 h 1847"/>
                <a:gd name="T2" fmla="*/ 1848 w 1849"/>
                <a:gd name="T3" fmla="*/ 923 h 1847"/>
                <a:gd name="T4" fmla="*/ 924 w 1849"/>
                <a:gd name="T5" fmla="*/ 1846 h 1847"/>
                <a:gd name="T6" fmla="*/ 924 w 1849"/>
                <a:gd name="T7" fmla="*/ 1846 h 1847"/>
                <a:gd name="T8" fmla="*/ 0 w 1849"/>
                <a:gd name="T9" fmla="*/ 923 h 1847"/>
                <a:gd name="T10" fmla="*/ 0 w 1849"/>
                <a:gd name="T11" fmla="*/ 923 h 1847"/>
                <a:gd name="T12" fmla="*/ 924 w 1849"/>
                <a:gd name="T13" fmla="*/ 0 h 1847"/>
                <a:gd name="T14" fmla="*/ 924 w 1849"/>
                <a:gd name="T15" fmla="*/ 0 h 1847"/>
                <a:gd name="T16" fmla="*/ 1848 w 1849"/>
                <a:gd name="T17" fmla="*/ 923 h 1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9" h="1847">
                  <a:moveTo>
                    <a:pt x="1848" y="923"/>
                  </a:moveTo>
                  <a:lnTo>
                    <a:pt x="1848" y="923"/>
                  </a:lnTo>
                  <a:cubicBezTo>
                    <a:pt x="1848" y="1433"/>
                    <a:pt x="1434" y="1846"/>
                    <a:pt x="924" y="1846"/>
                  </a:cubicBezTo>
                  <a:lnTo>
                    <a:pt x="924" y="1846"/>
                  </a:lnTo>
                  <a:cubicBezTo>
                    <a:pt x="413" y="1846"/>
                    <a:pt x="0" y="1433"/>
                    <a:pt x="0" y="923"/>
                  </a:cubicBezTo>
                  <a:lnTo>
                    <a:pt x="0" y="923"/>
                  </a:lnTo>
                  <a:cubicBezTo>
                    <a:pt x="0" y="413"/>
                    <a:pt x="413" y="0"/>
                    <a:pt x="924" y="0"/>
                  </a:cubicBezTo>
                  <a:lnTo>
                    <a:pt x="924" y="0"/>
                  </a:lnTo>
                  <a:cubicBezTo>
                    <a:pt x="1434" y="0"/>
                    <a:pt x="1848" y="413"/>
                    <a:pt x="1848" y="923"/>
                  </a:cubicBezTo>
                </a:path>
              </a:pathLst>
            </a:custGeom>
            <a:solidFill>
              <a:srgbClr val="0056A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17875D79-7BF9-C348-A35D-C4F0A8E0A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6143" y="7092821"/>
              <a:ext cx="1082128" cy="1082132"/>
            </a:xfrm>
            <a:custGeom>
              <a:avLst/>
              <a:gdLst>
                <a:gd name="T0" fmla="*/ 866 w 867"/>
                <a:gd name="T1" fmla="*/ 433 h 867"/>
                <a:gd name="T2" fmla="*/ 866 w 867"/>
                <a:gd name="T3" fmla="*/ 433 h 867"/>
                <a:gd name="T4" fmla="*/ 434 w 867"/>
                <a:gd name="T5" fmla="*/ 866 h 867"/>
                <a:gd name="T6" fmla="*/ 434 w 867"/>
                <a:gd name="T7" fmla="*/ 866 h 867"/>
                <a:gd name="T8" fmla="*/ 0 w 867"/>
                <a:gd name="T9" fmla="*/ 433 h 867"/>
                <a:gd name="T10" fmla="*/ 0 w 867"/>
                <a:gd name="T11" fmla="*/ 433 h 867"/>
                <a:gd name="T12" fmla="*/ 434 w 867"/>
                <a:gd name="T13" fmla="*/ 0 h 867"/>
                <a:gd name="T14" fmla="*/ 434 w 867"/>
                <a:gd name="T15" fmla="*/ 0 h 867"/>
                <a:gd name="T16" fmla="*/ 866 w 867"/>
                <a:gd name="T17" fmla="*/ 433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" h="867">
                  <a:moveTo>
                    <a:pt x="866" y="433"/>
                  </a:moveTo>
                  <a:lnTo>
                    <a:pt x="866" y="433"/>
                  </a:lnTo>
                  <a:cubicBezTo>
                    <a:pt x="866" y="672"/>
                    <a:pt x="673" y="866"/>
                    <a:pt x="434" y="866"/>
                  </a:cubicBezTo>
                  <a:lnTo>
                    <a:pt x="434" y="866"/>
                  </a:lnTo>
                  <a:cubicBezTo>
                    <a:pt x="194" y="866"/>
                    <a:pt x="0" y="672"/>
                    <a:pt x="0" y="433"/>
                  </a:cubicBezTo>
                  <a:lnTo>
                    <a:pt x="0" y="433"/>
                  </a:lnTo>
                  <a:cubicBezTo>
                    <a:pt x="0" y="194"/>
                    <a:pt x="194" y="0"/>
                    <a:pt x="434" y="0"/>
                  </a:cubicBezTo>
                  <a:lnTo>
                    <a:pt x="434" y="0"/>
                  </a:lnTo>
                  <a:cubicBezTo>
                    <a:pt x="673" y="0"/>
                    <a:pt x="866" y="194"/>
                    <a:pt x="866" y="433"/>
                  </a:cubicBezTo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CB739821-7145-1446-B21B-10B0146FB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7555" y="7092825"/>
              <a:ext cx="197750" cy="538319"/>
            </a:xfrm>
            <a:custGeom>
              <a:avLst/>
              <a:gdLst>
                <a:gd name="T0" fmla="*/ 158 w 159"/>
                <a:gd name="T1" fmla="*/ 10 h 434"/>
                <a:gd name="T2" fmla="*/ 158 w 159"/>
                <a:gd name="T3" fmla="*/ 10 h 434"/>
                <a:gd name="T4" fmla="*/ 67 w 159"/>
                <a:gd name="T5" fmla="*/ 0 h 434"/>
                <a:gd name="T6" fmla="*/ 67 w 159"/>
                <a:gd name="T7" fmla="*/ 0 h 434"/>
                <a:gd name="T8" fmla="*/ 0 w 159"/>
                <a:gd name="T9" fmla="*/ 5 h 434"/>
                <a:gd name="T10" fmla="*/ 67 w 159"/>
                <a:gd name="T11" fmla="*/ 433 h 434"/>
                <a:gd name="T12" fmla="*/ 158 w 159"/>
                <a:gd name="T13" fmla="*/ 1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434">
                  <a:moveTo>
                    <a:pt x="158" y="10"/>
                  </a:moveTo>
                  <a:lnTo>
                    <a:pt x="158" y="10"/>
                  </a:lnTo>
                  <a:cubicBezTo>
                    <a:pt x="129" y="4"/>
                    <a:pt x="98" y="0"/>
                    <a:pt x="67" y="0"/>
                  </a:cubicBezTo>
                  <a:lnTo>
                    <a:pt x="67" y="0"/>
                  </a:lnTo>
                  <a:cubicBezTo>
                    <a:pt x="45" y="0"/>
                    <a:pt x="22" y="2"/>
                    <a:pt x="0" y="5"/>
                  </a:cubicBezTo>
                  <a:lnTo>
                    <a:pt x="67" y="433"/>
                  </a:lnTo>
                  <a:lnTo>
                    <a:pt x="158" y="10"/>
                  </a:lnTo>
                </a:path>
              </a:pathLst>
            </a:custGeom>
            <a:solidFill>
              <a:srgbClr val="00477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808FB60-BC0B-494C-BADD-327F3D687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36413" y="6483094"/>
              <a:ext cx="2305824" cy="2294862"/>
            </a:xfrm>
            <a:custGeom>
              <a:avLst/>
              <a:gdLst>
                <a:gd name="connsiteX0" fmla="*/ 1153536 w 2305824"/>
                <a:gd name="connsiteY0" fmla="*/ 2087361 h 2294862"/>
                <a:gd name="connsiteX1" fmla="*/ 1163302 w 2305824"/>
                <a:gd name="connsiteY1" fmla="*/ 2097242 h 2294862"/>
                <a:gd name="connsiteX2" fmla="*/ 1163302 w 2305824"/>
                <a:gd name="connsiteY2" fmla="*/ 2294862 h 2294862"/>
                <a:gd name="connsiteX3" fmla="*/ 1153536 w 2305824"/>
                <a:gd name="connsiteY3" fmla="*/ 2294862 h 2294862"/>
                <a:gd name="connsiteX4" fmla="*/ 1142550 w 2305824"/>
                <a:gd name="connsiteY4" fmla="*/ 2294862 h 2294862"/>
                <a:gd name="connsiteX5" fmla="*/ 1142550 w 2305824"/>
                <a:gd name="connsiteY5" fmla="*/ 2097242 h 2294862"/>
                <a:gd name="connsiteX6" fmla="*/ 1153536 w 2305824"/>
                <a:gd name="connsiteY6" fmla="*/ 2087361 h 2294862"/>
                <a:gd name="connsiteX7" fmla="*/ 800726 w 2305824"/>
                <a:gd name="connsiteY7" fmla="*/ 2023768 h 2294862"/>
                <a:gd name="connsiteX8" fmla="*/ 808761 w 2305824"/>
                <a:gd name="connsiteY8" fmla="*/ 2023923 h 2294862"/>
                <a:gd name="connsiteX9" fmla="*/ 814825 w 2305824"/>
                <a:gd name="connsiteY9" fmla="*/ 2037555 h 2294862"/>
                <a:gd name="connsiteX10" fmla="*/ 744483 w 2305824"/>
                <a:gd name="connsiteY10" fmla="*/ 2223446 h 2294862"/>
                <a:gd name="connsiteX11" fmla="*/ 725079 w 2305824"/>
                <a:gd name="connsiteY11" fmla="*/ 2216010 h 2294862"/>
                <a:gd name="connsiteX12" fmla="*/ 795420 w 2305824"/>
                <a:gd name="connsiteY12" fmla="*/ 2030119 h 2294862"/>
                <a:gd name="connsiteX13" fmla="*/ 800726 w 2305824"/>
                <a:gd name="connsiteY13" fmla="*/ 2023768 h 2294862"/>
                <a:gd name="connsiteX14" fmla="*/ 1543374 w 2305824"/>
                <a:gd name="connsiteY14" fmla="*/ 2007169 h 2294862"/>
                <a:gd name="connsiteX15" fmla="*/ 1549432 w 2305824"/>
                <a:gd name="connsiteY15" fmla="*/ 2012534 h 2294862"/>
                <a:gd name="connsiteX16" fmla="*/ 1630194 w 2305824"/>
                <a:gd name="connsiteY16" fmla="*/ 2198105 h 2294862"/>
                <a:gd name="connsiteX17" fmla="*/ 1610314 w 2305824"/>
                <a:gd name="connsiteY17" fmla="*/ 2206942 h 2294862"/>
                <a:gd name="connsiteX18" fmla="*/ 1529552 w 2305824"/>
                <a:gd name="connsiteY18" fmla="*/ 2021371 h 2294862"/>
                <a:gd name="connsiteX19" fmla="*/ 1534522 w 2305824"/>
                <a:gd name="connsiteY19" fmla="*/ 2007485 h 2294862"/>
                <a:gd name="connsiteX20" fmla="*/ 1543374 w 2305824"/>
                <a:gd name="connsiteY20" fmla="*/ 2007169 h 2294862"/>
                <a:gd name="connsiteX21" fmla="*/ 1817604 w 2305824"/>
                <a:gd name="connsiteY21" fmla="*/ 1810886 h 2294862"/>
                <a:gd name="connsiteX22" fmla="*/ 1832308 w 2305824"/>
                <a:gd name="connsiteY22" fmla="*/ 1810886 h 2294862"/>
                <a:gd name="connsiteX23" fmla="*/ 1970776 w 2305824"/>
                <a:gd name="connsiteY23" fmla="*/ 1950580 h 2294862"/>
                <a:gd name="connsiteX24" fmla="*/ 1956072 w 2305824"/>
                <a:gd name="connsiteY24" fmla="*/ 1965285 h 2294862"/>
                <a:gd name="connsiteX25" fmla="*/ 1817604 w 2305824"/>
                <a:gd name="connsiteY25" fmla="*/ 1825591 h 2294862"/>
                <a:gd name="connsiteX26" fmla="*/ 1817604 w 2305824"/>
                <a:gd name="connsiteY26" fmla="*/ 1810886 h 2294862"/>
                <a:gd name="connsiteX27" fmla="*/ 469273 w 2305824"/>
                <a:gd name="connsiteY27" fmla="*/ 1810886 h 2294862"/>
                <a:gd name="connsiteX28" fmla="*/ 483977 w 2305824"/>
                <a:gd name="connsiteY28" fmla="*/ 1810886 h 2294862"/>
                <a:gd name="connsiteX29" fmla="*/ 483977 w 2305824"/>
                <a:gd name="connsiteY29" fmla="*/ 1825591 h 2294862"/>
                <a:gd name="connsiteX30" fmla="*/ 344284 w 2305824"/>
                <a:gd name="connsiteY30" fmla="*/ 1965285 h 2294862"/>
                <a:gd name="connsiteX31" fmla="*/ 329579 w 2305824"/>
                <a:gd name="connsiteY31" fmla="*/ 1950580 h 2294862"/>
                <a:gd name="connsiteX32" fmla="*/ 277805 w 2305824"/>
                <a:gd name="connsiteY32" fmla="*/ 1524060 h 2294862"/>
                <a:gd name="connsiteX33" fmla="*/ 292860 w 2305824"/>
                <a:gd name="connsiteY33" fmla="*/ 1530273 h 2294862"/>
                <a:gd name="connsiteX34" fmla="*/ 286587 w 2305824"/>
                <a:gd name="connsiteY34" fmla="*/ 1543940 h 2294862"/>
                <a:gd name="connsiteX35" fmla="*/ 103420 w 2305824"/>
                <a:gd name="connsiteY35" fmla="*/ 1624703 h 2294862"/>
                <a:gd name="connsiteX36" fmla="*/ 102165 w 2305824"/>
                <a:gd name="connsiteY36" fmla="*/ 1624703 h 2294862"/>
                <a:gd name="connsiteX37" fmla="*/ 93383 w 2305824"/>
                <a:gd name="connsiteY37" fmla="*/ 1604823 h 2294862"/>
                <a:gd name="connsiteX38" fmla="*/ 2034836 w 2305824"/>
                <a:gd name="connsiteY38" fmla="*/ 1479778 h 2294862"/>
                <a:gd name="connsiteX39" fmla="*/ 2043046 w 2305824"/>
                <a:gd name="connsiteY39" fmla="*/ 1480085 h 2294862"/>
                <a:gd name="connsiteX40" fmla="*/ 2228938 w 2305824"/>
                <a:gd name="connsiteY40" fmla="*/ 1551351 h 2294862"/>
                <a:gd name="connsiteX41" fmla="*/ 2221502 w 2305824"/>
                <a:gd name="connsiteY41" fmla="*/ 1569783 h 2294862"/>
                <a:gd name="connsiteX42" fmla="*/ 2220262 w 2305824"/>
                <a:gd name="connsiteY42" fmla="*/ 1569783 h 2294862"/>
                <a:gd name="connsiteX43" fmla="*/ 2035610 w 2305824"/>
                <a:gd name="connsiteY43" fmla="*/ 1499745 h 2294862"/>
                <a:gd name="connsiteX44" fmla="*/ 2029414 w 2305824"/>
                <a:gd name="connsiteY44" fmla="*/ 1485000 h 2294862"/>
                <a:gd name="connsiteX45" fmla="*/ 2034836 w 2305824"/>
                <a:gd name="connsiteY45" fmla="*/ 1479778 h 2294862"/>
                <a:gd name="connsiteX46" fmla="*/ 2104124 w 2305824"/>
                <a:gd name="connsiteY46" fmla="*/ 1137059 h 2294862"/>
                <a:gd name="connsiteX47" fmla="*/ 2305824 w 2305824"/>
                <a:gd name="connsiteY47" fmla="*/ 1137059 h 2294862"/>
                <a:gd name="connsiteX48" fmla="*/ 2305824 w 2305824"/>
                <a:gd name="connsiteY48" fmla="*/ 1148045 h 2294862"/>
                <a:gd name="connsiteX49" fmla="*/ 2305824 w 2305824"/>
                <a:gd name="connsiteY49" fmla="*/ 1157811 h 2294862"/>
                <a:gd name="connsiteX50" fmla="*/ 2104124 w 2305824"/>
                <a:gd name="connsiteY50" fmla="*/ 1157811 h 2294862"/>
                <a:gd name="connsiteX51" fmla="*/ 2092850 w 2305824"/>
                <a:gd name="connsiteY51" fmla="*/ 1148045 h 2294862"/>
                <a:gd name="connsiteX52" fmla="*/ 2104124 w 2305824"/>
                <a:gd name="connsiteY52" fmla="*/ 1137059 h 2294862"/>
                <a:gd name="connsiteX53" fmla="*/ 0 w 2305824"/>
                <a:gd name="connsiteY53" fmla="*/ 1137059 h 2294862"/>
                <a:gd name="connsiteX54" fmla="*/ 201629 w 2305824"/>
                <a:gd name="connsiteY54" fmla="*/ 1137059 h 2294862"/>
                <a:gd name="connsiteX55" fmla="*/ 212971 w 2305824"/>
                <a:gd name="connsiteY55" fmla="*/ 1148045 h 2294862"/>
                <a:gd name="connsiteX56" fmla="*/ 201629 w 2305824"/>
                <a:gd name="connsiteY56" fmla="*/ 1157811 h 2294862"/>
                <a:gd name="connsiteX57" fmla="*/ 0 w 2305824"/>
                <a:gd name="connsiteY57" fmla="*/ 1157811 h 2294862"/>
                <a:gd name="connsiteX58" fmla="*/ 0 w 2305824"/>
                <a:gd name="connsiteY58" fmla="*/ 1148045 h 2294862"/>
                <a:gd name="connsiteX59" fmla="*/ 0 w 2305824"/>
                <a:gd name="connsiteY59" fmla="*/ 1137059 h 2294862"/>
                <a:gd name="connsiteX60" fmla="*/ 84380 w 2305824"/>
                <a:gd name="connsiteY60" fmla="*/ 725085 h 2294862"/>
                <a:gd name="connsiteX61" fmla="*/ 271415 w 2305824"/>
                <a:gd name="connsiteY61" fmla="*/ 797299 h 2294862"/>
                <a:gd name="connsiteX62" fmla="*/ 276402 w 2305824"/>
                <a:gd name="connsiteY62" fmla="*/ 810995 h 2294862"/>
                <a:gd name="connsiteX63" fmla="*/ 267674 w 2305824"/>
                <a:gd name="connsiteY63" fmla="*/ 817220 h 2294862"/>
                <a:gd name="connsiteX64" fmla="*/ 262686 w 2305824"/>
                <a:gd name="connsiteY64" fmla="*/ 817220 h 2294862"/>
                <a:gd name="connsiteX65" fmla="*/ 76899 w 2305824"/>
                <a:gd name="connsiteY65" fmla="*/ 745006 h 2294862"/>
                <a:gd name="connsiteX66" fmla="*/ 84380 w 2305824"/>
                <a:gd name="connsiteY66" fmla="*/ 725085 h 2294862"/>
                <a:gd name="connsiteX67" fmla="*/ 2203596 w 2305824"/>
                <a:gd name="connsiteY67" fmla="*/ 670151 h 2294862"/>
                <a:gd name="connsiteX68" fmla="*/ 2212432 w 2305824"/>
                <a:gd name="connsiteY68" fmla="*/ 689243 h 2294862"/>
                <a:gd name="connsiteX69" fmla="*/ 2026862 w 2305824"/>
                <a:gd name="connsiteY69" fmla="*/ 771972 h 2294862"/>
                <a:gd name="connsiteX70" fmla="*/ 2023074 w 2305824"/>
                <a:gd name="connsiteY70" fmla="*/ 773244 h 2294862"/>
                <a:gd name="connsiteX71" fmla="*/ 2012976 w 2305824"/>
                <a:gd name="connsiteY71" fmla="*/ 766881 h 2294862"/>
                <a:gd name="connsiteX72" fmla="*/ 2018026 w 2305824"/>
                <a:gd name="connsiteY72" fmla="*/ 751608 h 2294862"/>
                <a:gd name="connsiteX73" fmla="*/ 1956072 w 2305824"/>
                <a:gd name="connsiteY73" fmla="*/ 329586 h 2294862"/>
                <a:gd name="connsiteX74" fmla="*/ 1970776 w 2305824"/>
                <a:gd name="connsiteY74" fmla="*/ 344638 h 2294862"/>
                <a:gd name="connsiteX75" fmla="*/ 1832308 w 2305824"/>
                <a:gd name="connsiteY75" fmla="*/ 485120 h 2294862"/>
                <a:gd name="connsiteX76" fmla="*/ 1824956 w 2305824"/>
                <a:gd name="connsiteY76" fmla="*/ 487629 h 2294862"/>
                <a:gd name="connsiteX77" fmla="*/ 1817604 w 2305824"/>
                <a:gd name="connsiteY77" fmla="*/ 485120 h 2294862"/>
                <a:gd name="connsiteX78" fmla="*/ 1817604 w 2305824"/>
                <a:gd name="connsiteY78" fmla="*/ 470069 h 2294862"/>
                <a:gd name="connsiteX79" fmla="*/ 344284 w 2305824"/>
                <a:gd name="connsiteY79" fmla="*/ 329586 h 2294862"/>
                <a:gd name="connsiteX80" fmla="*/ 483977 w 2305824"/>
                <a:gd name="connsiteY80" fmla="*/ 470069 h 2294862"/>
                <a:gd name="connsiteX81" fmla="*/ 483977 w 2305824"/>
                <a:gd name="connsiteY81" fmla="*/ 485120 h 2294862"/>
                <a:gd name="connsiteX82" fmla="*/ 476625 w 2305824"/>
                <a:gd name="connsiteY82" fmla="*/ 487629 h 2294862"/>
                <a:gd name="connsiteX83" fmla="*/ 469273 w 2305824"/>
                <a:gd name="connsiteY83" fmla="*/ 485120 h 2294862"/>
                <a:gd name="connsiteX84" fmla="*/ 329579 w 2305824"/>
                <a:gd name="connsiteY84" fmla="*/ 344638 h 2294862"/>
                <a:gd name="connsiteX85" fmla="*/ 344284 w 2305824"/>
                <a:gd name="connsiteY85" fmla="*/ 329586 h 2294862"/>
                <a:gd name="connsiteX86" fmla="*/ 694280 w 2305824"/>
                <a:gd name="connsiteY86" fmla="*/ 93380 h 2294862"/>
                <a:gd name="connsiteX87" fmla="*/ 776282 w 2305824"/>
                <a:gd name="connsiteY87" fmla="*/ 274962 h 2294862"/>
                <a:gd name="connsiteX88" fmla="*/ 770069 w 2305824"/>
                <a:gd name="connsiteY88" fmla="*/ 288643 h 2294862"/>
                <a:gd name="connsiteX89" fmla="*/ 766342 w 2305824"/>
                <a:gd name="connsiteY89" fmla="*/ 289887 h 2294862"/>
                <a:gd name="connsiteX90" fmla="*/ 756402 w 2305824"/>
                <a:gd name="connsiteY90" fmla="*/ 283668 h 2294862"/>
                <a:gd name="connsiteX91" fmla="*/ 675643 w 2305824"/>
                <a:gd name="connsiteY91" fmla="*/ 100843 h 2294862"/>
                <a:gd name="connsiteX92" fmla="*/ 694280 w 2305824"/>
                <a:gd name="connsiteY92" fmla="*/ 93380 h 2294862"/>
                <a:gd name="connsiteX93" fmla="*/ 1554672 w 2305824"/>
                <a:gd name="connsiteY93" fmla="*/ 71408 h 2294862"/>
                <a:gd name="connsiteX94" fmla="*/ 1575290 w 2305824"/>
                <a:gd name="connsiteY94" fmla="*/ 78890 h 2294862"/>
                <a:gd name="connsiteX95" fmla="*/ 1574078 w 2305824"/>
                <a:gd name="connsiteY95" fmla="*/ 78890 h 2294862"/>
                <a:gd name="connsiteX96" fmla="*/ 1504950 w 2305824"/>
                <a:gd name="connsiteY96" fmla="*/ 265924 h 2294862"/>
                <a:gd name="connsiteX97" fmla="*/ 1495246 w 2305824"/>
                <a:gd name="connsiteY97" fmla="*/ 273405 h 2294862"/>
                <a:gd name="connsiteX98" fmla="*/ 1491608 w 2305824"/>
                <a:gd name="connsiteY98" fmla="*/ 272158 h 2294862"/>
                <a:gd name="connsiteX99" fmla="*/ 1485544 w 2305824"/>
                <a:gd name="connsiteY99" fmla="*/ 257196 h 2294862"/>
                <a:gd name="connsiteX100" fmla="*/ 1142550 w 2305824"/>
                <a:gd name="connsiteY100" fmla="*/ 0 h 2294862"/>
                <a:gd name="connsiteX101" fmla="*/ 1153536 w 2305824"/>
                <a:gd name="connsiteY101" fmla="*/ 0 h 2294862"/>
                <a:gd name="connsiteX102" fmla="*/ 1163302 w 2305824"/>
                <a:gd name="connsiteY102" fmla="*/ 0 h 2294862"/>
                <a:gd name="connsiteX103" fmla="*/ 1163302 w 2305824"/>
                <a:gd name="connsiteY103" fmla="*/ 202886 h 2294862"/>
                <a:gd name="connsiteX104" fmla="*/ 1153536 w 2305824"/>
                <a:gd name="connsiteY104" fmla="*/ 212967 h 2294862"/>
                <a:gd name="connsiteX105" fmla="*/ 1142550 w 2305824"/>
                <a:gd name="connsiteY105" fmla="*/ 202886 h 2294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305824" h="2294862">
                  <a:moveTo>
                    <a:pt x="1153536" y="2087361"/>
                  </a:moveTo>
                  <a:cubicBezTo>
                    <a:pt x="1159640" y="2087361"/>
                    <a:pt x="1163302" y="2091066"/>
                    <a:pt x="1163302" y="2097242"/>
                  </a:cubicBezTo>
                  <a:lnTo>
                    <a:pt x="1163302" y="2294862"/>
                  </a:lnTo>
                  <a:cubicBezTo>
                    <a:pt x="1160860" y="2294862"/>
                    <a:pt x="1157198" y="2294862"/>
                    <a:pt x="1153536" y="2294862"/>
                  </a:cubicBezTo>
                  <a:cubicBezTo>
                    <a:pt x="1149874" y="2294862"/>
                    <a:pt x="1146212" y="2294862"/>
                    <a:pt x="1142550" y="2294862"/>
                  </a:cubicBezTo>
                  <a:lnTo>
                    <a:pt x="1142550" y="2097242"/>
                  </a:lnTo>
                  <a:cubicBezTo>
                    <a:pt x="1142550" y="2091066"/>
                    <a:pt x="1147432" y="2087361"/>
                    <a:pt x="1153536" y="2087361"/>
                  </a:cubicBezTo>
                  <a:close/>
                  <a:moveTo>
                    <a:pt x="800726" y="2023768"/>
                  </a:moveTo>
                  <a:cubicBezTo>
                    <a:pt x="803304" y="2022683"/>
                    <a:pt x="806336" y="2022683"/>
                    <a:pt x="808761" y="2023923"/>
                  </a:cubicBezTo>
                  <a:cubicBezTo>
                    <a:pt x="813612" y="2026401"/>
                    <a:pt x="817250" y="2031358"/>
                    <a:pt x="814825" y="2037555"/>
                  </a:cubicBezTo>
                  <a:lnTo>
                    <a:pt x="744483" y="2223446"/>
                  </a:lnTo>
                  <a:cubicBezTo>
                    <a:pt x="737207" y="2220967"/>
                    <a:pt x="731143" y="2218489"/>
                    <a:pt x="725079" y="2216010"/>
                  </a:cubicBezTo>
                  <a:lnTo>
                    <a:pt x="795420" y="2030119"/>
                  </a:lnTo>
                  <a:cubicBezTo>
                    <a:pt x="796027" y="2027021"/>
                    <a:pt x="798149" y="2024852"/>
                    <a:pt x="800726" y="2023768"/>
                  </a:cubicBezTo>
                  <a:close/>
                  <a:moveTo>
                    <a:pt x="1543374" y="2007169"/>
                  </a:moveTo>
                  <a:cubicBezTo>
                    <a:pt x="1546014" y="2008116"/>
                    <a:pt x="1548188" y="2010009"/>
                    <a:pt x="1549432" y="2012534"/>
                  </a:cubicBezTo>
                  <a:lnTo>
                    <a:pt x="1630194" y="2198105"/>
                  </a:lnTo>
                  <a:cubicBezTo>
                    <a:pt x="1622740" y="2200630"/>
                    <a:pt x="1616526" y="2204417"/>
                    <a:pt x="1610314" y="2206942"/>
                  </a:cubicBezTo>
                  <a:lnTo>
                    <a:pt x="1529552" y="2021371"/>
                  </a:lnTo>
                  <a:cubicBezTo>
                    <a:pt x="1527066" y="2016321"/>
                    <a:pt x="1529552" y="2010010"/>
                    <a:pt x="1534522" y="2007485"/>
                  </a:cubicBezTo>
                  <a:cubicBezTo>
                    <a:pt x="1537628" y="2006222"/>
                    <a:pt x="1540734" y="2006222"/>
                    <a:pt x="1543374" y="2007169"/>
                  </a:cubicBezTo>
                  <a:close/>
                  <a:moveTo>
                    <a:pt x="1817604" y="1810886"/>
                  </a:moveTo>
                  <a:cubicBezTo>
                    <a:pt x="1820054" y="1807210"/>
                    <a:pt x="1827406" y="1807210"/>
                    <a:pt x="1832308" y="1810886"/>
                  </a:cubicBezTo>
                  <a:lnTo>
                    <a:pt x="1970776" y="1950580"/>
                  </a:lnTo>
                  <a:cubicBezTo>
                    <a:pt x="1965876" y="1955482"/>
                    <a:pt x="1960974" y="1960383"/>
                    <a:pt x="1956072" y="1965285"/>
                  </a:cubicBezTo>
                  <a:lnTo>
                    <a:pt x="1817604" y="1825591"/>
                  </a:lnTo>
                  <a:cubicBezTo>
                    <a:pt x="1812702" y="1821915"/>
                    <a:pt x="1812702" y="1815788"/>
                    <a:pt x="1817604" y="1810886"/>
                  </a:cubicBezTo>
                  <a:close/>
                  <a:moveTo>
                    <a:pt x="469273" y="1810886"/>
                  </a:moveTo>
                  <a:cubicBezTo>
                    <a:pt x="472949" y="1807210"/>
                    <a:pt x="479076" y="1807210"/>
                    <a:pt x="483977" y="1810886"/>
                  </a:cubicBezTo>
                  <a:cubicBezTo>
                    <a:pt x="487654" y="1815788"/>
                    <a:pt x="487654" y="1821915"/>
                    <a:pt x="483977" y="1825591"/>
                  </a:cubicBezTo>
                  <a:lnTo>
                    <a:pt x="344284" y="1965285"/>
                  </a:lnTo>
                  <a:cubicBezTo>
                    <a:pt x="339382" y="1960383"/>
                    <a:pt x="335706" y="1955482"/>
                    <a:pt x="329579" y="1950580"/>
                  </a:cubicBezTo>
                  <a:close/>
                  <a:moveTo>
                    <a:pt x="277805" y="1524060"/>
                  </a:moveTo>
                  <a:cubicBezTo>
                    <a:pt x="282824" y="1521575"/>
                    <a:pt x="290351" y="1524060"/>
                    <a:pt x="292860" y="1530273"/>
                  </a:cubicBezTo>
                  <a:cubicBezTo>
                    <a:pt x="295369" y="1535243"/>
                    <a:pt x="292860" y="1541455"/>
                    <a:pt x="286587" y="1543940"/>
                  </a:cubicBezTo>
                  <a:lnTo>
                    <a:pt x="103420" y="1624703"/>
                  </a:lnTo>
                  <a:cubicBezTo>
                    <a:pt x="103420" y="1624703"/>
                    <a:pt x="103420" y="1624703"/>
                    <a:pt x="102165" y="1624703"/>
                  </a:cubicBezTo>
                  <a:cubicBezTo>
                    <a:pt x="99656" y="1618490"/>
                    <a:pt x="97147" y="1611035"/>
                    <a:pt x="93383" y="1604823"/>
                  </a:cubicBezTo>
                  <a:close/>
                  <a:moveTo>
                    <a:pt x="2034836" y="1479778"/>
                  </a:moveTo>
                  <a:cubicBezTo>
                    <a:pt x="2037470" y="1478856"/>
                    <a:pt x="2040568" y="1478856"/>
                    <a:pt x="2043046" y="1480085"/>
                  </a:cubicBezTo>
                  <a:lnTo>
                    <a:pt x="2228938" y="1551351"/>
                  </a:lnTo>
                  <a:cubicBezTo>
                    <a:pt x="2225220" y="1557495"/>
                    <a:pt x="2223980" y="1563639"/>
                    <a:pt x="2221502" y="1569783"/>
                  </a:cubicBezTo>
                  <a:cubicBezTo>
                    <a:pt x="2221502" y="1569783"/>
                    <a:pt x="2221502" y="1569783"/>
                    <a:pt x="2220262" y="1569783"/>
                  </a:cubicBezTo>
                  <a:lnTo>
                    <a:pt x="2035610" y="1499745"/>
                  </a:lnTo>
                  <a:cubicBezTo>
                    <a:pt x="2029414" y="1497287"/>
                    <a:pt x="2026936" y="1491143"/>
                    <a:pt x="2029414" y="1485000"/>
                  </a:cubicBezTo>
                  <a:cubicBezTo>
                    <a:pt x="2030034" y="1482542"/>
                    <a:pt x="2032204" y="1480699"/>
                    <a:pt x="2034836" y="1479778"/>
                  </a:cubicBezTo>
                  <a:close/>
                  <a:moveTo>
                    <a:pt x="2104124" y="1137059"/>
                  </a:moveTo>
                  <a:lnTo>
                    <a:pt x="2305824" y="1137059"/>
                  </a:lnTo>
                  <a:cubicBezTo>
                    <a:pt x="2305824" y="1140721"/>
                    <a:pt x="2305824" y="1144383"/>
                    <a:pt x="2305824" y="1148045"/>
                  </a:cubicBezTo>
                  <a:cubicBezTo>
                    <a:pt x="2305824" y="1151707"/>
                    <a:pt x="2305824" y="1154149"/>
                    <a:pt x="2305824" y="1157811"/>
                  </a:cubicBezTo>
                  <a:lnTo>
                    <a:pt x="2104124" y="1157811"/>
                  </a:lnTo>
                  <a:cubicBezTo>
                    <a:pt x="2097860" y="1157811"/>
                    <a:pt x="2092850" y="1154149"/>
                    <a:pt x="2092850" y="1148045"/>
                  </a:cubicBezTo>
                  <a:cubicBezTo>
                    <a:pt x="2092850" y="1141942"/>
                    <a:pt x="2097860" y="1137059"/>
                    <a:pt x="2104124" y="1137059"/>
                  </a:cubicBezTo>
                  <a:close/>
                  <a:moveTo>
                    <a:pt x="0" y="1137059"/>
                  </a:moveTo>
                  <a:lnTo>
                    <a:pt x="201629" y="1137059"/>
                  </a:lnTo>
                  <a:cubicBezTo>
                    <a:pt x="207930" y="1137059"/>
                    <a:pt x="212971" y="1141942"/>
                    <a:pt x="212971" y="1148045"/>
                  </a:cubicBezTo>
                  <a:cubicBezTo>
                    <a:pt x="212971" y="1154149"/>
                    <a:pt x="207930" y="1157811"/>
                    <a:pt x="201629" y="1157811"/>
                  </a:cubicBezTo>
                  <a:lnTo>
                    <a:pt x="0" y="1157811"/>
                  </a:lnTo>
                  <a:cubicBezTo>
                    <a:pt x="0" y="1154149"/>
                    <a:pt x="0" y="1151707"/>
                    <a:pt x="0" y="1148045"/>
                  </a:cubicBezTo>
                  <a:cubicBezTo>
                    <a:pt x="0" y="1144383"/>
                    <a:pt x="0" y="1140721"/>
                    <a:pt x="0" y="1137059"/>
                  </a:cubicBezTo>
                  <a:close/>
                  <a:moveTo>
                    <a:pt x="84380" y="725085"/>
                  </a:moveTo>
                  <a:lnTo>
                    <a:pt x="271415" y="797299"/>
                  </a:lnTo>
                  <a:cubicBezTo>
                    <a:pt x="276402" y="798544"/>
                    <a:pt x="278896" y="804770"/>
                    <a:pt x="276402" y="810995"/>
                  </a:cubicBezTo>
                  <a:cubicBezTo>
                    <a:pt x="275155" y="814730"/>
                    <a:pt x="271415" y="817220"/>
                    <a:pt x="267674" y="817220"/>
                  </a:cubicBezTo>
                  <a:cubicBezTo>
                    <a:pt x="266427" y="817220"/>
                    <a:pt x="263933" y="817220"/>
                    <a:pt x="262686" y="817220"/>
                  </a:cubicBezTo>
                  <a:lnTo>
                    <a:pt x="76899" y="745006"/>
                  </a:lnTo>
                  <a:cubicBezTo>
                    <a:pt x="79393" y="738781"/>
                    <a:pt x="81887" y="731311"/>
                    <a:pt x="84380" y="725085"/>
                  </a:cubicBezTo>
                  <a:close/>
                  <a:moveTo>
                    <a:pt x="2203596" y="670151"/>
                  </a:moveTo>
                  <a:cubicBezTo>
                    <a:pt x="2207384" y="676515"/>
                    <a:pt x="2209908" y="682879"/>
                    <a:pt x="2212432" y="689243"/>
                  </a:cubicBezTo>
                  <a:lnTo>
                    <a:pt x="2026862" y="771972"/>
                  </a:lnTo>
                  <a:cubicBezTo>
                    <a:pt x="2025600" y="773244"/>
                    <a:pt x="2024338" y="773244"/>
                    <a:pt x="2023074" y="773244"/>
                  </a:cubicBezTo>
                  <a:cubicBezTo>
                    <a:pt x="2018026" y="773244"/>
                    <a:pt x="2014238" y="770699"/>
                    <a:pt x="2012976" y="766881"/>
                  </a:cubicBezTo>
                  <a:cubicBezTo>
                    <a:pt x="2010450" y="761790"/>
                    <a:pt x="2012976" y="755426"/>
                    <a:pt x="2018026" y="751608"/>
                  </a:cubicBezTo>
                  <a:close/>
                  <a:moveTo>
                    <a:pt x="1956072" y="329586"/>
                  </a:moveTo>
                  <a:cubicBezTo>
                    <a:pt x="1960974" y="333349"/>
                    <a:pt x="1965876" y="339621"/>
                    <a:pt x="1970776" y="344638"/>
                  </a:cubicBezTo>
                  <a:lnTo>
                    <a:pt x="1832308" y="485120"/>
                  </a:lnTo>
                  <a:cubicBezTo>
                    <a:pt x="1829858" y="487629"/>
                    <a:pt x="1826182" y="487629"/>
                    <a:pt x="1824956" y="487629"/>
                  </a:cubicBezTo>
                  <a:cubicBezTo>
                    <a:pt x="1821280" y="487629"/>
                    <a:pt x="1818828" y="487629"/>
                    <a:pt x="1817604" y="485120"/>
                  </a:cubicBezTo>
                  <a:cubicBezTo>
                    <a:pt x="1812702" y="481357"/>
                    <a:pt x="1812702" y="473832"/>
                    <a:pt x="1817604" y="470069"/>
                  </a:cubicBezTo>
                  <a:close/>
                  <a:moveTo>
                    <a:pt x="344284" y="329586"/>
                  </a:moveTo>
                  <a:lnTo>
                    <a:pt x="483977" y="470069"/>
                  </a:lnTo>
                  <a:cubicBezTo>
                    <a:pt x="487654" y="473832"/>
                    <a:pt x="487654" y="481357"/>
                    <a:pt x="483977" y="485120"/>
                  </a:cubicBezTo>
                  <a:cubicBezTo>
                    <a:pt x="482752" y="487629"/>
                    <a:pt x="479076" y="487629"/>
                    <a:pt x="476625" y="487629"/>
                  </a:cubicBezTo>
                  <a:cubicBezTo>
                    <a:pt x="474174" y="487629"/>
                    <a:pt x="470498" y="487629"/>
                    <a:pt x="469273" y="485120"/>
                  </a:cubicBezTo>
                  <a:lnTo>
                    <a:pt x="329579" y="344638"/>
                  </a:lnTo>
                  <a:cubicBezTo>
                    <a:pt x="335706" y="339621"/>
                    <a:pt x="339382" y="333349"/>
                    <a:pt x="344284" y="329586"/>
                  </a:cubicBezTo>
                  <a:close/>
                  <a:moveTo>
                    <a:pt x="694280" y="93380"/>
                  </a:moveTo>
                  <a:lnTo>
                    <a:pt x="776282" y="274962"/>
                  </a:lnTo>
                  <a:cubicBezTo>
                    <a:pt x="778767" y="281181"/>
                    <a:pt x="776282" y="287399"/>
                    <a:pt x="770069" y="288643"/>
                  </a:cubicBezTo>
                  <a:cubicBezTo>
                    <a:pt x="768827" y="289887"/>
                    <a:pt x="767584" y="289887"/>
                    <a:pt x="766342" y="289887"/>
                  </a:cubicBezTo>
                  <a:cubicBezTo>
                    <a:pt x="761372" y="289887"/>
                    <a:pt x="757645" y="288643"/>
                    <a:pt x="756402" y="283668"/>
                  </a:cubicBezTo>
                  <a:lnTo>
                    <a:pt x="675643" y="100843"/>
                  </a:lnTo>
                  <a:cubicBezTo>
                    <a:pt x="681855" y="98355"/>
                    <a:pt x="688068" y="94624"/>
                    <a:pt x="694280" y="93380"/>
                  </a:cubicBezTo>
                  <a:close/>
                  <a:moveTo>
                    <a:pt x="1554672" y="71408"/>
                  </a:moveTo>
                  <a:cubicBezTo>
                    <a:pt x="1561950" y="73902"/>
                    <a:pt x="1568014" y="76396"/>
                    <a:pt x="1575290" y="78890"/>
                  </a:cubicBezTo>
                  <a:cubicBezTo>
                    <a:pt x="1574078" y="78890"/>
                    <a:pt x="1574078" y="78890"/>
                    <a:pt x="1574078" y="78890"/>
                  </a:cubicBezTo>
                  <a:lnTo>
                    <a:pt x="1504950" y="265924"/>
                  </a:lnTo>
                  <a:cubicBezTo>
                    <a:pt x="1502524" y="269665"/>
                    <a:pt x="1498886" y="273405"/>
                    <a:pt x="1495246" y="273405"/>
                  </a:cubicBezTo>
                  <a:cubicBezTo>
                    <a:pt x="1494034" y="273405"/>
                    <a:pt x="1491608" y="272158"/>
                    <a:pt x="1491608" y="272158"/>
                  </a:cubicBezTo>
                  <a:cubicBezTo>
                    <a:pt x="1485544" y="269665"/>
                    <a:pt x="1483118" y="263430"/>
                    <a:pt x="1485544" y="257196"/>
                  </a:cubicBezTo>
                  <a:close/>
                  <a:moveTo>
                    <a:pt x="1142550" y="0"/>
                  </a:moveTo>
                  <a:cubicBezTo>
                    <a:pt x="1146212" y="0"/>
                    <a:pt x="1149874" y="0"/>
                    <a:pt x="1153536" y="0"/>
                  </a:cubicBezTo>
                  <a:cubicBezTo>
                    <a:pt x="1157198" y="0"/>
                    <a:pt x="1160860" y="0"/>
                    <a:pt x="1163302" y="0"/>
                  </a:cubicBezTo>
                  <a:lnTo>
                    <a:pt x="1163302" y="202886"/>
                  </a:lnTo>
                  <a:cubicBezTo>
                    <a:pt x="1163302" y="207926"/>
                    <a:pt x="1159640" y="212967"/>
                    <a:pt x="1153536" y="212967"/>
                  </a:cubicBezTo>
                  <a:cubicBezTo>
                    <a:pt x="1147432" y="212967"/>
                    <a:pt x="1142550" y="207926"/>
                    <a:pt x="1142550" y="202886"/>
                  </a:cubicBezTo>
                  <a:close/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8" name="Freeform 46">
              <a:extLst>
                <a:ext uri="{FF2B5EF4-FFF2-40B4-BE49-F238E27FC236}">
                  <a16:creationId xmlns:a16="http://schemas.microsoft.com/office/drawing/2014/main" id="{B686E0B2-F33C-1E48-BF8F-03689276B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1184" y="5021948"/>
              <a:ext cx="4218660" cy="5542482"/>
            </a:xfrm>
            <a:custGeom>
              <a:avLst/>
              <a:gdLst>
                <a:gd name="T0" fmla="*/ 1692 w 3386"/>
                <a:gd name="T1" fmla="*/ 0 h 4451"/>
                <a:gd name="T2" fmla="*/ 84 w 3386"/>
                <a:gd name="T3" fmla="*/ 985 h 4451"/>
                <a:gd name="T4" fmla="*/ 84 w 3386"/>
                <a:gd name="T5" fmla="*/ 985 h 4451"/>
                <a:gd name="T6" fmla="*/ 0 w 3386"/>
                <a:gd name="T7" fmla="*/ 1132 h 4451"/>
                <a:gd name="T8" fmla="*/ 0 w 3386"/>
                <a:gd name="T9" fmla="*/ 1888 h 4451"/>
                <a:gd name="T10" fmla="*/ 0 w 3386"/>
                <a:gd name="T11" fmla="*/ 1888 h 4451"/>
                <a:gd name="T12" fmla="*/ 971 w 3386"/>
                <a:gd name="T13" fmla="*/ 3963 h 4451"/>
                <a:gd name="T14" fmla="*/ 971 w 3386"/>
                <a:gd name="T15" fmla="*/ 3963 h 4451"/>
                <a:gd name="T16" fmla="*/ 1731 w 3386"/>
                <a:gd name="T17" fmla="*/ 4450 h 4451"/>
                <a:gd name="T18" fmla="*/ 1731 w 3386"/>
                <a:gd name="T19" fmla="*/ 4450 h 4451"/>
                <a:gd name="T20" fmla="*/ 1732 w 3386"/>
                <a:gd name="T21" fmla="*/ 4450 h 4451"/>
                <a:gd name="T22" fmla="*/ 1732 w 3386"/>
                <a:gd name="T23" fmla="*/ 4450 h 4451"/>
                <a:gd name="T24" fmla="*/ 2464 w 3386"/>
                <a:gd name="T25" fmla="*/ 3958 h 4451"/>
                <a:gd name="T26" fmla="*/ 2464 w 3386"/>
                <a:gd name="T27" fmla="*/ 3958 h 4451"/>
                <a:gd name="T28" fmla="*/ 3385 w 3386"/>
                <a:gd name="T29" fmla="*/ 1928 h 4451"/>
                <a:gd name="T30" fmla="*/ 3385 w 3386"/>
                <a:gd name="T31" fmla="*/ 1132 h 4451"/>
                <a:gd name="T32" fmla="*/ 3385 w 3386"/>
                <a:gd name="T33" fmla="*/ 1132 h 4451"/>
                <a:gd name="T34" fmla="*/ 3301 w 3386"/>
                <a:gd name="T35" fmla="*/ 985 h 4451"/>
                <a:gd name="T36" fmla="*/ 1692 w 3386"/>
                <a:gd name="T37" fmla="*/ 0 h 4451"/>
                <a:gd name="T38" fmla="*/ 1692 w 3386"/>
                <a:gd name="T39" fmla="*/ 307 h 4451"/>
                <a:gd name="T40" fmla="*/ 3115 w 3386"/>
                <a:gd name="T41" fmla="*/ 1179 h 4451"/>
                <a:gd name="T42" fmla="*/ 3115 w 3386"/>
                <a:gd name="T43" fmla="*/ 1928 h 4451"/>
                <a:gd name="T44" fmla="*/ 3115 w 3386"/>
                <a:gd name="T45" fmla="*/ 1928 h 4451"/>
                <a:gd name="T46" fmla="*/ 2897 w 3386"/>
                <a:gd name="T47" fmla="*/ 2932 h 4451"/>
                <a:gd name="T48" fmla="*/ 2897 w 3386"/>
                <a:gd name="T49" fmla="*/ 2932 h 4451"/>
                <a:gd name="T50" fmla="*/ 2282 w 3386"/>
                <a:gd name="T51" fmla="*/ 3767 h 4451"/>
                <a:gd name="T52" fmla="*/ 2282 w 3386"/>
                <a:gd name="T53" fmla="*/ 3767 h 4451"/>
                <a:gd name="T54" fmla="*/ 2027 w 3386"/>
                <a:gd name="T55" fmla="*/ 3974 h 4451"/>
                <a:gd name="T56" fmla="*/ 2027 w 3386"/>
                <a:gd name="T57" fmla="*/ 3974 h 4451"/>
                <a:gd name="T58" fmla="*/ 1728 w 3386"/>
                <a:gd name="T59" fmla="*/ 4179 h 4451"/>
                <a:gd name="T60" fmla="*/ 1728 w 3386"/>
                <a:gd name="T61" fmla="*/ 4179 h 4451"/>
                <a:gd name="T62" fmla="*/ 1415 w 3386"/>
                <a:gd name="T63" fmla="*/ 3975 h 4451"/>
                <a:gd name="T64" fmla="*/ 1415 w 3386"/>
                <a:gd name="T65" fmla="*/ 3975 h 4451"/>
                <a:gd name="T66" fmla="*/ 1148 w 3386"/>
                <a:gd name="T67" fmla="*/ 3767 h 4451"/>
                <a:gd name="T68" fmla="*/ 1148 w 3386"/>
                <a:gd name="T69" fmla="*/ 3767 h 4451"/>
                <a:gd name="T70" fmla="*/ 269 w 3386"/>
                <a:gd name="T71" fmla="*/ 1888 h 4451"/>
                <a:gd name="T72" fmla="*/ 269 w 3386"/>
                <a:gd name="T73" fmla="*/ 1179 h 4451"/>
                <a:gd name="T74" fmla="*/ 1692 w 3386"/>
                <a:gd name="T75" fmla="*/ 307 h 4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86" h="4451">
                  <a:moveTo>
                    <a:pt x="1692" y="0"/>
                  </a:moveTo>
                  <a:lnTo>
                    <a:pt x="84" y="985"/>
                  </a:lnTo>
                  <a:lnTo>
                    <a:pt x="84" y="985"/>
                  </a:lnTo>
                  <a:cubicBezTo>
                    <a:pt x="31" y="1017"/>
                    <a:pt x="0" y="1073"/>
                    <a:pt x="0" y="1132"/>
                  </a:cubicBezTo>
                  <a:lnTo>
                    <a:pt x="0" y="1888"/>
                  </a:lnTo>
                  <a:lnTo>
                    <a:pt x="0" y="1888"/>
                  </a:lnTo>
                  <a:cubicBezTo>
                    <a:pt x="0" y="2682"/>
                    <a:pt x="353" y="3437"/>
                    <a:pt x="971" y="3963"/>
                  </a:cubicBezTo>
                  <a:lnTo>
                    <a:pt x="971" y="3963"/>
                  </a:lnTo>
                  <a:cubicBezTo>
                    <a:pt x="971" y="3963"/>
                    <a:pt x="1557" y="4450"/>
                    <a:pt x="1731" y="4450"/>
                  </a:cubicBezTo>
                  <a:lnTo>
                    <a:pt x="1731" y="4450"/>
                  </a:lnTo>
                  <a:lnTo>
                    <a:pt x="1732" y="4450"/>
                  </a:lnTo>
                  <a:lnTo>
                    <a:pt x="1732" y="4450"/>
                  </a:lnTo>
                  <a:cubicBezTo>
                    <a:pt x="1901" y="4447"/>
                    <a:pt x="2464" y="3958"/>
                    <a:pt x="2464" y="3958"/>
                  </a:cubicBezTo>
                  <a:lnTo>
                    <a:pt x="2464" y="3958"/>
                  </a:lnTo>
                  <a:cubicBezTo>
                    <a:pt x="3051" y="3434"/>
                    <a:pt x="3385" y="2698"/>
                    <a:pt x="3385" y="1928"/>
                  </a:cubicBezTo>
                  <a:lnTo>
                    <a:pt x="3385" y="1132"/>
                  </a:lnTo>
                  <a:lnTo>
                    <a:pt x="3385" y="1132"/>
                  </a:lnTo>
                  <a:cubicBezTo>
                    <a:pt x="3385" y="1073"/>
                    <a:pt x="3353" y="1017"/>
                    <a:pt x="3301" y="985"/>
                  </a:cubicBezTo>
                  <a:lnTo>
                    <a:pt x="1692" y="0"/>
                  </a:lnTo>
                  <a:close/>
                  <a:moveTo>
                    <a:pt x="1692" y="307"/>
                  </a:moveTo>
                  <a:lnTo>
                    <a:pt x="3115" y="1179"/>
                  </a:lnTo>
                  <a:lnTo>
                    <a:pt x="3115" y="1928"/>
                  </a:lnTo>
                  <a:lnTo>
                    <a:pt x="3115" y="1928"/>
                  </a:lnTo>
                  <a:cubicBezTo>
                    <a:pt x="3115" y="2276"/>
                    <a:pt x="3042" y="2613"/>
                    <a:pt x="2897" y="2932"/>
                  </a:cubicBezTo>
                  <a:lnTo>
                    <a:pt x="2897" y="2932"/>
                  </a:lnTo>
                  <a:cubicBezTo>
                    <a:pt x="2753" y="3250"/>
                    <a:pt x="2546" y="3531"/>
                    <a:pt x="2282" y="3767"/>
                  </a:cubicBezTo>
                  <a:lnTo>
                    <a:pt x="2282" y="3767"/>
                  </a:lnTo>
                  <a:cubicBezTo>
                    <a:pt x="2269" y="3778"/>
                    <a:pt x="2158" y="3874"/>
                    <a:pt x="2027" y="3974"/>
                  </a:cubicBezTo>
                  <a:lnTo>
                    <a:pt x="2027" y="3974"/>
                  </a:lnTo>
                  <a:cubicBezTo>
                    <a:pt x="1864" y="4100"/>
                    <a:pt x="1773" y="4155"/>
                    <a:pt x="1728" y="4179"/>
                  </a:cubicBezTo>
                  <a:lnTo>
                    <a:pt x="1728" y="4179"/>
                  </a:lnTo>
                  <a:cubicBezTo>
                    <a:pt x="1682" y="4156"/>
                    <a:pt x="1587" y="4102"/>
                    <a:pt x="1415" y="3975"/>
                  </a:cubicBezTo>
                  <a:lnTo>
                    <a:pt x="1415" y="3975"/>
                  </a:lnTo>
                  <a:cubicBezTo>
                    <a:pt x="1278" y="3874"/>
                    <a:pt x="1161" y="3778"/>
                    <a:pt x="1148" y="3767"/>
                  </a:cubicBezTo>
                  <a:lnTo>
                    <a:pt x="1148" y="3767"/>
                  </a:lnTo>
                  <a:cubicBezTo>
                    <a:pt x="589" y="3291"/>
                    <a:pt x="269" y="2606"/>
                    <a:pt x="269" y="1888"/>
                  </a:cubicBezTo>
                  <a:lnTo>
                    <a:pt x="269" y="1179"/>
                  </a:lnTo>
                  <a:lnTo>
                    <a:pt x="1692" y="307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E3DE40D-005B-414E-BC04-168BABD55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3017" y="5550525"/>
              <a:ext cx="1414714" cy="2804452"/>
            </a:xfrm>
            <a:custGeom>
              <a:avLst/>
              <a:gdLst>
                <a:gd name="connsiteX0" fmla="*/ 11186 w 1414714"/>
                <a:gd name="connsiteY0" fmla="*/ 1921322 h 2804452"/>
                <a:gd name="connsiteX1" fmla="*/ 21130 w 1414714"/>
                <a:gd name="connsiteY1" fmla="*/ 1931315 h 2804452"/>
                <a:gd name="connsiteX2" fmla="*/ 24859 w 1414714"/>
                <a:gd name="connsiteY2" fmla="*/ 2011259 h 2804452"/>
                <a:gd name="connsiteX3" fmla="*/ 166554 w 1414714"/>
                <a:gd name="connsiteY3" fmla="*/ 2790712 h 2804452"/>
                <a:gd name="connsiteX4" fmla="*/ 159097 w 1414714"/>
                <a:gd name="connsiteY4" fmla="*/ 2804452 h 2804452"/>
                <a:gd name="connsiteX5" fmla="*/ 156611 w 1414714"/>
                <a:gd name="connsiteY5" fmla="*/ 2804452 h 2804452"/>
                <a:gd name="connsiteX6" fmla="*/ 146667 w 1414714"/>
                <a:gd name="connsiteY6" fmla="*/ 2796957 h 2804452"/>
                <a:gd name="connsiteX7" fmla="*/ 3729 w 1414714"/>
                <a:gd name="connsiteY7" fmla="*/ 2012508 h 2804452"/>
                <a:gd name="connsiteX8" fmla="*/ 0 w 1414714"/>
                <a:gd name="connsiteY8" fmla="*/ 1932564 h 2804452"/>
                <a:gd name="connsiteX9" fmla="*/ 11186 w 1414714"/>
                <a:gd name="connsiteY9" fmla="*/ 1921322 h 2804452"/>
                <a:gd name="connsiteX10" fmla="*/ 1398496 w 1414714"/>
                <a:gd name="connsiteY10" fmla="*/ 1247 h 2804452"/>
                <a:gd name="connsiteX11" fmla="*/ 1413466 w 1414714"/>
                <a:gd name="connsiteY11" fmla="*/ 4984 h 2804452"/>
                <a:gd name="connsiteX12" fmla="*/ 1409724 w 1414714"/>
                <a:gd name="connsiteY12" fmla="*/ 19931 h 2804452"/>
                <a:gd name="connsiteX13" fmla="*/ 113529 w 1414714"/>
                <a:gd name="connsiteY13" fmla="*/ 813412 h 2804452"/>
                <a:gd name="connsiteX14" fmla="*/ 21211 w 1414714"/>
                <a:gd name="connsiteY14" fmla="*/ 974101 h 2804452"/>
                <a:gd name="connsiteX15" fmla="*/ 21211 w 1414714"/>
                <a:gd name="connsiteY15" fmla="*/ 1448694 h 2804452"/>
                <a:gd name="connsiteX16" fmla="*/ 9983 w 1414714"/>
                <a:gd name="connsiteY16" fmla="*/ 1458660 h 2804452"/>
                <a:gd name="connsiteX17" fmla="*/ 3 w 1414714"/>
                <a:gd name="connsiteY17" fmla="*/ 1448694 h 2804452"/>
                <a:gd name="connsiteX18" fmla="*/ 3 w 1414714"/>
                <a:gd name="connsiteY18" fmla="*/ 974101 h 2804452"/>
                <a:gd name="connsiteX19" fmla="*/ 102301 w 1414714"/>
                <a:gd name="connsiteY19" fmla="*/ 794727 h 280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4714" h="2804452">
                  <a:moveTo>
                    <a:pt x="11186" y="1921322"/>
                  </a:moveTo>
                  <a:cubicBezTo>
                    <a:pt x="16158" y="1921322"/>
                    <a:pt x="21130" y="1926319"/>
                    <a:pt x="21130" y="1931315"/>
                  </a:cubicBezTo>
                  <a:cubicBezTo>
                    <a:pt x="22373" y="1957547"/>
                    <a:pt x="23616" y="1985028"/>
                    <a:pt x="24859" y="2011259"/>
                  </a:cubicBezTo>
                  <a:cubicBezTo>
                    <a:pt x="38531" y="2276073"/>
                    <a:pt x="87006" y="2538389"/>
                    <a:pt x="166554" y="2790712"/>
                  </a:cubicBezTo>
                  <a:cubicBezTo>
                    <a:pt x="169040" y="2796957"/>
                    <a:pt x="165311" y="2801954"/>
                    <a:pt x="159097" y="2804452"/>
                  </a:cubicBezTo>
                  <a:cubicBezTo>
                    <a:pt x="159097" y="2804452"/>
                    <a:pt x="157854" y="2804452"/>
                    <a:pt x="156611" y="2804452"/>
                  </a:cubicBezTo>
                  <a:cubicBezTo>
                    <a:pt x="151639" y="2804452"/>
                    <a:pt x="149153" y="2801954"/>
                    <a:pt x="146667" y="2796957"/>
                  </a:cubicBezTo>
                  <a:cubicBezTo>
                    <a:pt x="65876" y="2543385"/>
                    <a:pt x="17401" y="2278571"/>
                    <a:pt x="3729" y="2012508"/>
                  </a:cubicBezTo>
                  <a:cubicBezTo>
                    <a:pt x="2486" y="1986277"/>
                    <a:pt x="1243" y="1958796"/>
                    <a:pt x="0" y="1932564"/>
                  </a:cubicBezTo>
                  <a:cubicBezTo>
                    <a:pt x="0" y="1926319"/>
                    <a:pt x="4972" y="1921322"/>
                    <a:pt x="11186" y="1921322"/>
                  </a:cubicBezTo>
                  <a:close/>
                  <a:moveTo>
                    <a:pt x="1398496" y="1247"/>
                  </a:moveTo>
                  <a:cubicBezTo>
                    <a:pt x="1403486" y="-1245"/>
                    <a:pt x="1409724" y="1"/>
                    <a:pt x="1413466" y="4984"/>
                  </a:cubicBezTo>
                  <a:cubicBezTo>
                    <a:pt x="1415962" y="9966"/>
                    <a:pt x="1414714" y="17440"/>
                    <a:pt x="1409724" y="19931"/>
                  </a:cubicBezTo>
                  <a:lnTo>
                    <a:pt x="113529" y="813412"/>
                  </a:lnTo>
                  <a:cubicBezTo>
                    <a:pt x="54895" y="848290"/>
                    <a:pt x="21211" y="909327"/>
                    <a:pt x="21211" y="974101"/>
                  </a:cubicBezTo>
                  <a:lnTo>
                    <a:pt x="21211" y="1448694"/>
                  </a:lnTo>
                  <a:cubicBezTo>
                    <a:pt x="21211" y="1454923"/>
                    <a:pt x="16221" y="1458660"/>
                    <a:pt x="9983" y="1458660"/>
                  </a:cubicBezTo>
                  <a:cubicBezTo>
                    <a:pt x="3746" y="1458660"/>
                    <a:pt x="3" y="1454923"/>
                    <a:pt x="3" y="1448694"/>
                  </a:cubicBezTo>
                  <a:lnTo>
                    <a:pt x="3" y="974101"/>
                  </a:lnTo>
                  <a:cubicBezTo>
                    <a:pt x="3" y="901853"/>
                    <a:pt x="37429" y="833342"/>
                    <a:pt x="102301" y="7947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FD5F57D-2B7C-D140-BCA9-DF3615A0E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5509" y="8274834"/>
              <a:ext cx="1549677" cy="1980732"/>
            </a:xfrm>
            <a:custGeom>
              <a:avLst/>
              <a:gdLst>
                <a:gd name="connsiteX0" fmla="*/ 576850 w 1549677"/>
                <a:gd name="connsiteY0" fmla="*/ 1518832 h 1980732"/>
                <a:gd name="connsiteX1" fmla="*/ 591850 w 1549677"/>
                <a:gd name="connsiteY1" fmla="*/ 1520084 h 1980732"/>
                <a:gd name="connsiteX2" fmla="*/ 590600 w 1549677"/>
                <a:gd name="connsiteY2" fmla="*/ 1535105 h 1980732"/>
                <a:gd name="connsiteX3" fmla="*/ 16856 w 1549677"/>
                <a:gd name="connsiteY3" fmla="*/ 1979480 h 1980732"/>
                <a:gd name="connsiteX4" fmla="*/ 10606 w 1549677"/>
                <a:gd name="connsiteY4" fmla="*/ 1980732 h 1980732"/>
                <a:gd name="connsiteX5" fmla="*/ 1856 w 1549677"/>
                <a:gd name="connsiteY5" fmla="*/ 1976977 h 1980732"/>
                <a:gd name="connsiteX6" fmla="*/ 4356 w 1549677"/>
                <a:gd name="connsiteY6" fmla="*/ 1960704 h 1980732"/>
                <a:gd name="connsiteX7" fmla="*/ 576850 w 1549677"/>
                <a:gd name="connsiteY7" fmla="*/ 1518832 h 1980732"/>
                <a:gd name="connsiteX8" fmla="*/ 1541394 w 1549677"/>
                <a:gd name="connsiteY8" fmla="*/ 238 h 1980732"/>
                <a:gd name="connsiteX9" fmla="*/ 1548894 w 1549677"/>
                <a:gd name="connsiteY9" fmla="*/ 13937 h 1980732"/>
                <a:gd name="connsiteX10" fmla="*/ 918966 w 1549677"/>
                <a:gd name="connsiteY10" fmla="*/ 1196987 h 1980732"/>
                <a:gd name="connsiteX11" fmla="*/ 910218 w 1549677"/>
                <a:gd name="connsiteY11" fmla="*/ 1200723 h 1980732"/>
                <a:gd name="connsiteX12" fmla="*/ 903968 w 1549677"/>
                <a:gd name="connsiteY12" fmla="*/ 1198232 h 1980732"/>
                <a:gd name="connsiteX13" fmla="*/ 902718 w 1549677"/>
                <a:gd name="connsiteY13" fmla="*/ 1183288 h 1980732"/>
                <a:gd name="connsiteX14" fmla="*/ 1527646 w 1549677"/>
                <a:gd name="connsiteY14" fmla="*/ 8955 h 1980732"/>
                <a:gd name="connsiteX15" fmla="*/ 1541394 w 1549677"/>
                <a:gd name="connsiteY15" fmla="*/ 238 h 1980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9677" h="1980732">
                  <a:moveTo>
                    <a:pt x="576850" y="1518832"/>
                  </a:moveTo>
                  <a:cubicBezTo>
                    <a:pt x="580600" y="1515077"/>
                    <a:pt x="588100" y="1515077"/>
                    <a:pt x="591850" y="1520084"/>
                  </a:cubicBezTo>
                  <a:cubicBezTo>
                    <a:pt x="595600" y="1525091"/>
                    <a:pt x="595600" y="1531350"/>
                    <a:pt x="590600" y="1535105"/>
                  </a:cubicBezTo>
                  <a:cubicBezTo>
                    <a:pt x="588100" y="1537609"/>
                    <a:pt x="273104" y="1811744"/>
                    <a:pt x="16856" y="1979480"/>
                  </a:cubicBezTo>
                  <a:cubicBezTo>
                    <a:pt x="14356" y="1980732"/>
                    <a:pt x="11856" y="1980732"/>
                    <a:pt x="10606" y="1980732"/>
                  </a:cubicBezTo>
                  <a:cubicBezTo>
                    <a:pt x="6856" y="1980732"/>
                    <a:pt x="4356" y="1979480"/>
                    <a:pt x="1856" y="1976977"/>
                  </a:cubicBezTo>
                  <a:cubicBezTo>
                    <a:pt x="-1894" y="1970718"/>
                    <a:pt x="606" y="1965711"/>
                    <a:pt x="4356" y="1960704"/>
                  </a:cubicBezTo>
                  <a:cubicBezTo>
                    <a:pt x="259354" y="1794220"/>
                    <a:pt x="573100" y="1521336"/>
                    <a:pt x="576850" y="1518832"/>
                  </a:cubicBezTo>
                  <a:close/>
                  <a:moveTo>
                    <a:pt x="1541394" y="238"/>
                  </a:moveTo>
                  <a:cubicBezTo>
                    <a:pt x="1547644" y="2729"/>
                    <a:pt x="1551394" y="8955"/>
                    <a:pt x="1548894" y="13937"/>
                  </a:cubicBezTo>
                  <a:cubicBezTo>
                    <a:pt x="1426408" y="448552"/>
                    <a:pt x="1213932" y="847053"/>
                    <a:pt x="918966" y="1196987"/>
                  </a:cubicBezTo>
                  <a:cubicBezTo>
                    <a:pt x="916466" y="1200723"/>
                    <a:pt x="913968" y="1200723"/>
                    <a:pt x="910218" y="1200723"/>
                  </a:cubicBezTo>
                  <a:cubicBezTo>
                    <a:pt x="907718" y="1200723"/>
                    <a:pt x="906468" y="1200723"/>
                    <a:pt x="903968" y="1198232"/>
                  </a:cubicBezTo>
                  <a:cubicBezTo>
                    <a:pt x="898970" y="1194496"/>
                    <a:pt x="898970" y="1188270"/>
                    <a:pt x="902718" y="1183288"/>
                  </a:cubicBezTo>
                  <a:cubicBezTo>
                    <a:pt x="1195184" y="835845"/>
                    <a:pt x="1406410" y="439835"/>
                    <a:pt x="1527646" y="8955"/>
                  </a:cubicBezTo>
                  <a:cubicBezTo>
                    <a:pt x="1530146" y="2729"/>
                    <a:pt x="1535146" y="-1007"/>
                    <a:pt x="1541394" y="238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6AA0DC2-47EE-CF4C-BF61-EB3545F5A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6663" y="3914148"/>
              <a:ext cx="2324873" cy="1782199"/>
            </a:xfrm>
            <a:custGeom>
              <a:avLst/>
              <a:gdLst>
                <a:gd name="connsiteX0" fmla="*/ 504170 w 2324873"/>
                <a:gd name="connsiteY0" fmla="*/ 905948 h 1782199"/>
                <a:gd name="connsiteX1" fmla="*/ 342800 w 2324873"/>
                <a:gd name="connsiteY1" fmla="*/ 1067182 h 1782199"/>
                <a:gd name="connsiteX2" fmla="*/ 201695 w 2324873"/>
                <a:gd name="connsiteY2" fmla="*/ 1232449 h 1782199"/>
                <a:gd name="connsiteX3" fmla="*/ 45949 w 2324873"/>
                <a:gd name="connsiteY3" fmla="*/ 1697622 h 1782199"/>
                <a:gd name="connsiteX4" fmla="*/ 536859 w 2324873"/>
                <a:gd name="connsiteY4" fmla="*/ 1695135 h 1782199"/>
                <a:gd name="connsiteX5" fmla="*/ 953322 w 2324873"/>
                <a:gd name="connsiteY5" fmla="*/ 1505614 h 1782199"/>
                <a:gd name="connsiteX6" fmla="*/ 1141497 w 2324873"/>
                <a:gd name="connsiteY6" fmla="*/ 1393974 h 1782199"/>
                <a:gd name="connsiteX7" fmla="*/ 1137841 w 2324873"/>
                <a:gd name="connsiteY7" fmla="*/ 1391808 h 1782199"/>
                <a:gd name="connsiteX8" fmla="*/ 911893 w 2324873"/>
                <a:gd name="connsiteY8" fmla="*/ 1238668 h 1782199"/>
                <a:gd name="connsiteX9" fmla="*/ 694142 w 2324873"/>
                <a:gd name="connsiteY9" fmla="*/ 1071730 h 1782199"/>
                <a:gd name="connsiteX10" fmla="*/ 1821186 w 2324873"/>
                <a:gd name="connsiteY10" fmla="*/ 905891 h 1782199"/>
                <a:gd name="connsiteX11" fmla="*/ 1631223 w 2324873"/>
                <a:gd name="connsiteY11" fmla="*/ 1071730 h 1782199"/>
                <a:gd name="connsiteX12" fmla="*/ 1414017 w 2324873"/>
                <a:gd name="connsiteY12" fmla="*/ 1238668 h 1782199"/>
                <a:gd name="connsiteX13" fmla="*/ 1187368 w 2324873"/>
                <a:gd name="connsiteY13" fmla="*/ 1391808 h 1782199"/>
                <a:gd name="connsiteX14" fmla="*/ 1183548 w 2324873"/>
                <a:gd name="connsiteY14" fmla="*/ 1394069 h 1782199"/>
                <a:gd name="connsiteX15" fmla="*/ 1371809 w 2324873"/>
                <a:gd name="connsiteY15" fmla="*/ 1505614 h 1782199"/>
                <a:gd name="connsiteX16" fmla="*/ 1787805 w 2324873"/>
                <a:gd name="connsiteY16" fmla="*/ 1695135 h 1782199"/>
                <a:gd name="connsiteX17" fmla="*/ 2278715 w 2324873"/>
                <a:gd name="connsiteY17" fmla="*/ 1697622 h 1782199"/>
                <a:gd name="connsiteX18" fmla="*/ 2122969 w 2324873"/>
                <a:gd name="connsiteY18" fmla="*/ 1233693 h 1782199"/>
                <a:gd name="connsiteX19" fmla="*/ 1982565 w 2324873"/>
                <a:gd name="connsiteY19" fmla="*/ 1067707 h 1782199"/>
                <a:gd name="connsiteX20" fmla="*/ 1162429 w 2324873"/>
                <a:gd name="connsiteY20" fmla="*/ 401029 h 1782199"/>
                <a:gd name="connsiteX21" fmla="*/ 1148801 w 2324873"/>
                <a:gd name="connsiteY21" fmla="*/ 409107 h 1782199"/>
                <a:gd name="connsiteX22" fmla="*/ 923107 w 2324873"/>
                <a:gd name="connsiteY22" fmla="*/ 562053 h 1782199"/>
                <a:gd name="connsiteX23" fmla="*/ 707711 w 2324873"/>
                <a:gd name="connsiteY23" fmla="*/ 727320 h 1782199"/>
                <a:gd name="connsiteX24" fmla="*/ 519829 w 2324873"/>
                <a:gd name="connsiteY24" fmla="*/ 891185 h 1782199"/>
                <a:gd name="connsiteX25" fmla="*/ 707711 w 2324873"/>
                <a:gd name="connsiteY25" fmla="*/ 1054900 h 1782199"/>
                <a:gd name="connsiteX26" fmla="*/ 923107 w 2324873"/>
                <a:gd name="connsiteY26" fmla="*/ 1220012 h 1782199"/>
                <a:gd name="connsiteX27" fmla="*/ 1148801 w 2324873"/>
                <a:gd name="connsiteY27" fmla="*/ 1373482 h 1782199"/>
                <a:gd name="connsiteX28" fmla="*/ 1162429 w 2324873"/>
                <a:gd name="connsiteY28" fmla="*/ 1381556 h 1782199"/>
                <a:gd name="connsiteX29" fmla="*/ 1176038 w 2324873"/>
                <a:gd name="connsiteY29" fmla="*/ 1373482 h 1782199"/>
                <a:gd name="connsiteX30" fmla="*/ 1401557 w 2324873"/>
                <a:gd name="connsiteY30" fmla="*/ 1220012 h 1782199"/>
                <a:gd name="connsiteX31" fmla="*/ 1617654 w 2324873"/>
                <a:gd name="connsiteY31" fmla="*/ 1054900 h 1782199"/>
                <a:gd name="connsiteX32" fmla="*/ 1805674 w 2324873"/>
                <a:gd name="connsiteY32" fmla="*/ 891260 h 1782199"/>
                <a:gd name="connsiteX33" fmla="*/ 1617654 w 2324873"/>
                <a:gd name="connsiteY33" fmla="*/ 727339 h 1782199"/>
                <a:gd name="connsiteX34" fmla="*/ 1401557 w 2324873"/>
                <a:gd name="connsiteY34" fmla="*/ 562053 h 1782199"/>
                <a:gd name="connsiteX35" fmla="*/ 1176038 w 2324873"/>
                <a:gd name="connsiteY35" fmla="*/ 409107 h 1782199"/>
                <a:gd name="connsiteX36" fmla="*/ 217892 w 2324873"/>
                <a:gd name="connsiteY36" fmla="*/ 22253 h 1782199"/>
                <a:gd name="connsiteX37" fmla="*/ 45949 w 2324873"/>
                <a:gd name="connsiteY37" fmla="*/ 84442 h 1782199"/>
                <a:gd name="connsiteX38" fmla="*/ 201695 w 2324873"/>
                <a:gd name="connsiteY38" fmla="*/ 548371 h 1782199"/>
                <a:gd name="connsiteX39" fmla="*/ 342800 w 2324873"/>
                <a:gd name="connsiteY39" fmla="*/ 714882 h 1782199"/>
                <a:gd name="connsiteX40" fmla="*/ 504352 w 2324873"/>
                <a:gd name="connsiteY40" fmla="*/ 876594 h 1782199"/>
                <a:gd name="connsiteX41" fmla="*/ 694142 w 2324873"/>
                <a:gd name="connsiteY41" fmla="*/ 711384 h 1782199"/>
                <a:gd name="connsiteX42" fmla="*/ 911893 w 2324873"/>
                <a:gd name="connsiteY42" fmla="*/ 544640 h 1782199"/>
                <a:gd name="connsiteX43" fmla="*/ 1137841 w 2324873"/>
                <a:gd name="connsiteY43" fmla="*/ 390956 h 1782199"/>
                <a:gd name="connsiteX44" fmla="*/ 1141651 w 2324873"/>
                <a:gd name="connsiteY44" fmla="*/ 388697 h 1782199"/>
                <a:gd name="connsiteX45" fmla="*/ 953322 w 2324873"/>
                <a:gd name="connsiteY45" fmla="*/ 276916 h 1782199"/>
                <a:gd name="connsiteX46" fmla="*/ 536859 w 2324873"/>
                <a:gd name="connsiteY46" fmla="*/ 86929 h 1782199"/>
                <a:gd name="connsiteX47" fmla="*/ 217892 w 2324873"/>
                <a:gd name="connsiteY47" fmla="*/ 22253 h 1782199"/>
                <a:gd name="connsiteX48" fmla="*/ 2104280 w 2324873"/>
                <a:gd name="connsiteY48" fmla="*/ 21786 h 1782199"/>
                <a:gd name="connsiteX49" fmla="*/ 1787805 w 2324873"/>
                <a:gd name="connsiteY49" fmla="*/ 86929 h 1782199"/>
                <a:gd name="connsiteX50" fmla="*/ 1371809 w 2324873"/>
                <a:gd name="connsiteY50" fmla="*/ 276916 h 1782199"/>
                <a:gd name="connsiteX51" fmla="*/ 1183394 w 2324873"/>
                <a:gd name="connsiteY51" fmla="*/ 388602 h 1782199"/>
                <a:gd name="connsiteX52" fmla="*/ 1187368 w 2324873"/>
                <a:gd name="connsiteY52" fmla="*/ 390956 h 1782199"/>
                <a:gd name="connsiteX53" fmla="*/ 1414017 w 2324873"/>
                <a:gd name="connsiteY53" fmla="*/ 544640 h 1782199"/>
                <a:gd name="connsiteX54" fmla="*/ 1631223 w 2324873"/>
                <a:gd name="connsiteY54" fmla="*/ 711384 h 1782199"/>
                <a:gd name="connsiteX55" fmla="*/ 1821097 w 2324873"/>
                <a:gd name="connsiteY55" fmla="*/ 876732 h 1782199"/>
                <a:gd name="connsiteX56" fmla="*/ 1982565 w 2324873"/>
                <a:gd name="connsiteY56" fmla="*/ 714882 h 1782199"/>
                <a:gd name="connsiteX57" fmla="*/ 2122969 w 2324873"/>
                <a:gd name="connsiteY57" fmla="*/ 548371 h 1782199"/>
                <a:gd name="connsiteX58" fmla="*/ 2278715 w 2324873"/>
                <a:gd name="connsiteY58" fmla="*/ 84442 h 1782199"/>
                <a:gd name="connsiteX59" fmla="*/ 2104280 w 2324873"/>
                <a:gd name="connsiteY59" fmla="*/ 21786 h 1782199"/>
                <a:gd name="connsiteX60" fmla="*/ 213064 w 2324873"/>
                <a:gd name="connsiteY60" fmla="*/ 20 h 1782199"/>
                <a:gd name="connsiteX61" fmla="*/ 544335 w 2324873"/>
                <a:gd name="connsiteY61" fmla="*/ 67029 h 1782199"/>
                <a:gd name="connsiteX62" fmla="*/ 963290 w 2324873"/>
                <a:gd name="connsiteY62" fmla="*/ 258260 h 1782199"/>
                <a:gd name="connsiteX63" fmla="*/ 1162592 w 2324873"/>
                <a:gd name="connsiteY63" fmla="*/ 376284 h 1782199"/>
                <a:gd name="connsiteX64" fmla="*/ 1361686 w 2324873"/>
                <a:gd name="connsiteY64" fmla="*/ 258260 h 1782199"/>
                <a:gd name="connsiteX65" fmla="*/ 1781575 w 2324873"/>
                <a:gd name="connsiteY65" fmla="*/ 67029 h 1782199"/>
                <a:gd name="connsiteX66" fmla="*/ 2296158 w 2324873"/>
                <a:gd name="connsiteY66" fmla="*/ 72004 h 1782199"/>
                <a:gd name="connsiteX67" fmla="*/ 2139167 w 2324873"/>
                <a:gd name="connsiteY67" fmla="*/ 562053 h 1782199"/>
                <a:gd name="connsiteX68" fmla="*/ 1998354 w 2324873"/>
                <a:gd name="connsiteY68" fmla="*/ 728991 h 1782199"/>
                <a:gd name="connsiteX69" fmla="*/ 1836521 w 2324873"/>
                <a:gd name="connsiteY69" fmla="*/ 891332 h 1782199"/>
                <a:gd name="connsiteX70" fmla="*/ 1998354 w 2324873"/>
                <a:gd name="connsiteY70" fmla="*/ 1053268 h 1782199"/>
                <a:gd name="connsiteX71" fmla="*/ 2139167 w 2324873"/>
                <a:gd name="connsiteY71" fmla="*/ 1220012 h 1782199"/>
                <a:gd name="connsiteX72" fmla="*/ 2296158 w 2324873"/>
                <a:gd name="connsiteY72" fmla="*/ 1710060 h 1782199"/>
                <a:gd name="connsiteX73" fmla="*/ 2106772 w 2324873"/>
                <a:gd name="connsiteY73" fmla="*/ 1782199 h 1782199"/>
                <a:gd name="connsiteX74" fmla="*/ 1781575 w 2324873"/>
                <a:gd name="connsiteY74" fmla="*/ 1715035 h 1782199"/>
                <a:gd name="connsiteX75" fmla="*/ 1361686 w 2324873"/>
                <a:gd name="connsiteY75" fmla="*/ 1524426 h 1782199"/>
                <a:gd name="connsiteX76" fmla="*/ 1162592 w 2324873"/>
                <a:gd name="connsiteY76" fmla="*/ 1406472 h 1782199"/>
                <a:gd name="connsiteX77" fmla="*/ 963290 w 2324873"/>
                <a:gd name="connsiteY77" fmla="*/ 1524426 h 1782199"/>
                <a:gd name="connsiteX78" fmla="*/ 544335 w 2324873"/>
                <a:gd name="connsiteY78" fmla="*/ 1715035 h 1782199"/>
                <a:gd name="connsiteX79" fmla="*/ 217892 w 2324873"/>
                <a:gd name="connsiteY79" fmla="*/ 1782199 h 1782199"/>
                <a:gd name="connsiteX80" fmla="*/ 28506 w 2324873"/>
                <a:gd name="connsiteY80" fmla="*/ 1710060 h 1782199"/>
                <a:gd name="connsiteX81" fmla="*/ 185497 w 2324873"/>
                <a:gd name="connsiteY81" fmla="*/ 1220012 h 1782199"/>
                <a:gd name="connsiteX82" fmla="*/ 326855 w 2324873"/>
                <a:gd name="connsiteY82" fmla="*/ 1053268 h 1782199"/>
                <a:gd name="connsiteX83" fmla="*/ 488762 w 2324873"/>
                <a:gd name="connsiteY83" fmla="*/ 891332 h 1782199"/>
                <a:gd name="connsiteX84" fmla="*/ 326855 w 2324873"/>
                <a:gd name="connsiteY84" fmla="*/ 728991 h 1782199"/>
                <a:gd name="connsiteX85" fmla="*/ 185497 w 2324873"/>
                <a:gd name="connsiteY85" fmla="*/ 562053 h 1782199"/>
                <a:gd name="connsiteX86" fmla="*/ 28506 w 2324873"/>
                <a:gd name="connsiteY86" fmla="*/ 72004 h 1782199"/>
                <a:gd name="connsiteX87" fmla="*/ 213064 w 2324873"/>
                <a:gd name="connsiteY87" fmla="*/ 20 h 1782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324873" h="1782199">
                  <a:moveTo>
                    <a:pt x="504170" y="905948"/>
                  </a:moveTo>
                  <a:lnTo>
                    <a:pt x="342800" y="1067182"/>
                  </a:lnTo>
                  <a:cubicBezTo>
                    <a:pt x="290703" y="1123308"/>
                    <a:pt x="243435" y="1178656"/>
                    <a:pt x="201695" y="1232449"/>
                  </a:cubicBezTo>
                  <a:cubicBezTo>
                    <a:pt x="40966" y="1443892"/>
                    <a:pt x="-15103" y="1611802"/>
                    <a:pt x="45949" y="1697622"/>
                  </a:cubicBezTo>
                  <a:cubicBezTo>
                    <a:pt x="107002" y="1782199"/>
                    <a:pt x="286420" y="1780956"/>
                    <a:pt x="536859" y="1695135"/>
                  </a:cubicBezTo>
                  <a:cubicBezTo>
                    <a:pt x="665816" y="1650359"/>
                    <a:pt x="806921" y="1585994"/>
                    <a:pt x="953322" y="1505614"/>
                  </a:cubicBezTo>
                  <a:lnTo>
                    <a:pt x="1141497" y="1393974"/>
                  </a:lnTo>
                  <a:lnTo>
                    <a:pt x="1137841" y="1391808"/>
                  </a:lnTo>
                  <a:cubicBezTo>
                    <a:pt x="1062577" y="1344001"/>
                    <a:pt x="986963" y="1292773"/>
                    <a:pt x="911893" y="1238668"/>
                  </a:cubicBezTo>
                  <a:cubicBezTo>
                    <a:pt x="836201" y="1184253"/>
                    <a:pt x="763390" y="1128361"/>
                    <a:pt x="694142" y="1071730"/>
                  </a:cubicBezTo>
                  <a:close/>
                  <a:moveTo>
                    <a:pt x="1821186" y="905891"/>
                  </a:moveTo>
                  <a:lnTo>
                    <a:pt x="1631223" y="1071730"/>
                  </a:lnTo>
                  <a:cubicBezTo>
                    <a:pt x="1562053" y="1128361"/>
                    <a:pt x="1489397" y="1184253"/>
                    <a:pt x="1414017" y="1238668"/>
                  </a:cubicBezTo>
                  <a:cubicBezTo>
                    <a:pt x="1338636" y="1292773"/>
                    <a:pt x="1262788" y="1344001"/>
                    <a:pt x="1187368" y="1391808"/>
                  </a:cubicBezTo>
                  <a:lnTo>
                    <a:pt x="1183548" y="1394069"/>
                  </a:lnTo>
                  <a:lnTo>
                    <a:pt x="1371809" y="1505614"/>
                  </a:lnTo>
                  <a:cubicBezTo>
                    <a:pt x="1518366" y="1585994"/>
                    <a:pt x="1659471" y="1650359"/>
                    <a:pt x="1787805" y="1695135"/>
                  </a:cubicBezTo>
                  <a:cubicBezTo>
                    <a:pt x="2038244" y="1780956"/>
                    <a:pt x="2217663" y="1782199"/>
                    <a:pt x="2278715" y="1697622"/>
                  </a:cubicBezTo>
                  <a:cubicBezTo>
                    <a:pt x="2341013" y="1611802"/>
                    <a:pt x="2283699" y="1443892"/>
                    <a:pt x="2122969" y="1233693"/>
                  </a:cubicBezTo>
                  <a:cubicBezTo>
                    <a:pt x="2081541" y="1179589"/>
                    <a:pt x="2034506" y="1124008"/>
                    <a:pt x="1982565" y="1067707"/>
                  </a:cubicBezTo>
                  <a:close/>
                  <a:moveTo>
                    <a:pt x="1162429" y="401029"/>
                  </a:moveTo>
                  <a:lnTo>
                    <a:pt x="1148801" y="409107"/>
                  </a:lnTo>
                  <a:cubicBezTo>
                    <a:pt x="1073713" y="456798"/>
                    <a:pt x="998176" y="507948"/>
                    <a:pt x="923107" y="562053"/>
                  </a:cubicBezTo>
                  <a:cubicBezTo>
                    <a:pt x="848349" y="615846"/>
                    <a:pt x="776317" y="671194"/>
                    <a:pt x="707711" y="727320"/>
                  </a:cubicBezTo>
                  <a:lnTo>
                    <a:pt x="519829" y="891185"/>
                  </a:lnTo>
                  <a:lnTo>
                    <a:pt x="707711" y="1054900"/>
                  </a:lnTo>
                  <a:cubicBezTo>
                    <a:pt x="776317" y="1110948"/>
                    <a:pt x="848349" y="1166218"/>
                    <a:pt x="923107" y="1220012"/>
                  </a:cubicBezTo>
                  <a:cubicBezTo>
                    <a:pt x="998176" y="1274427"/>
                    <a:pt x="1073713" y="1325733"/>
                    <a:pt x="1148801" y="1373482"/>
                  </a:cubicBezTo>
                  <a:lnTo>
                    <a:pt x="1162429" y="1381556"/>
                  </a:lnTo>
                  <a:lnTo>
                    <a:pt x="1176038" y="1373482"/>
                  </a:lnTo>
                  <a:cubicBezTo>
                    <a:pt x="1251029" y="1325733"/>
                    <a:pt x="1326488" y="1274427"/>
                    <a:pt x="1401557" y="1220012"/>
                  </a:cubicBezTo>
                  <a:cubicBezTo>
                    <a:pt x="1476626" y="1166218"/>
                    <a:pt x="1548892" y="1110948"/>
                    <a:pt x="1617654" y="1054900"/>
                  </a:cubicBezTo>
                  <a:lnTo>
                    <a:pt x="1805674" y="891260"/>
                  </a:lnTo>
                  <a:lnTo>
                    <a:pt x="1617654" y="727339"/>
                  </a:lnTo>
                  <a:cubicBezTo>
                    <a:pt x="1548892" y="671194"/>
                    <a:pt x="1476626" y="615846"/>
                    <a:pt x="1401557" y="562053"/>
                  </a:cubicBezTo>
                  <a:cubicBezTo>
                    <a:pt x="1326488" y="507948"/>
                    <a:pt x="1251029" y="456798"/>
                    <a:pt x="1176038" y="409107"/>
                  </a:cubicBezTo>
                  <a:close/>
                  <a:moveTo>
                    <a:pt x="217892" y="22253"/>
                  </a:moveTo>
                  <a:cubicBezTo>
                    <a:pt x="135659" y="22253"/>
                    <a:pt x="77098" y="42153"/>
                    <a:pt x="45949" y="84442"/>
                  </a:cubicBezTo>
                  <a:cubicBezTo>
                    <a:pt x="-15103" y="169019"/>
                    <a:pt x="40966" y="339417"/>
                    <a:pt x="201695" y="548371"/>
                  </a:cubicBezTo>
                  <a:cubicBezTo>
                    <a:pt x="243435" y="602787"/>
                    <a:pt x="290703" y="658523"/>
                    <a:pt x="342800" y="714882"/>
                  </a:cubicBezTo>
                  <a:lnTo>
                    <a:pt x="504352" y="876594"/>
                  </a:lnTo>
                  <a:lnTo>
                    <a:pt x="694142" y="711384"/>
                  </a:lnTo>
                  <a:cubicBezTo>
                    <a:pt x="763390" y="654870"/>
                    <a:pt x="836201" y="599056"/>
                    <a:pt x="911893" y="544640"/>
                  </a:cubicBezTo>
                  <a:cubicBezTo>
                    <a:pt x="986963" y="490225"/>
                    <a:pt x="1062577" y="438841"/>
                    <a:pt x="1137841" y="390956"/>
                  </a:cubicBezTo>
                  <a:lnTo>
                    <a:pt x="1141651" y="388697"/>
                  </a:lnTo>
                  <a:lnTo>
                    <a:pt x="953322" y="276916"/>
                  </a:lnTo>
                  <a:cubicBezTo>
                    <a:pt x="806921" y="196382"/>
                    <a:pt x="665816" y="131705"/>
                    <a:pt x="536859" y="86929"/>
                  </a:cubicBezTo>
                  <a:cubicBezTo>
                    <a:pt x="411017" y="43397"/>
                    <a:pt x="302618" y="22253"/>
                    <a:pt x="217892" y="22253"/>
                  </a:cubicBezTo>
                  <a:close/>
                  <a:moveTo>
                    <a:pt x="2104280" y="21786"/>
                  </a:moveTo>
                  <a:cubicBezTo>
                    <a:pt x="2020489" y="22253"/>
                    <a:pt x="1913025" y="44019"/>
                    <a:pt x="1787805" y="86929"/>
                  </a:cubicBezTo>
                  <a:cubicBezTo>
                    <a:pt x="1659471" y="131705"/>
                    <a:pt x="1518366" y="196382"/>
                    <a:pt x="1371809" y="276916"/>
                  </a:cubicBezTo>
                  <a:lnTo>
                    <a:pt x="1183394" y="388602"/>
                  </a:lnTo>
                  <a:lnTo>
                    <a:pt x="1187368" y="390956"/>
                  </a:lnTo>
                  <a:cubicBezTo>
                    <a:pt x="1262788" y="438841"/>
                    <a:pt x="1338636" y="490225"/>
                    <a:pt x="1414017" y="544640"/>
                  </a:cubicBezTo>
                  <a:cubicBezTo>
                    <a:pt x="1489397" y="599056"/>
                    <a:pt x="1562053" y="654870"/>
                    <a:pt x="1631223" y="711384"/>
                  </a:cubicBezTo>
                  <a:lnTo>
                    <a:pt x="1821097" y="876732"/>
                  </a:lnTo>
                  <a:lnTo>
                    <a:pt x="1982565" y="714882"/>
                  </a:lnTo>
                  <a:cubicBezTo>
                    <a:pt x="2034506" y="658523"/>
                    <a:pt x="2081541" y="602787"/>
                    <a:pt x="2122969" y="548371"/>
                  </a:cubicBezTo>
                  <a:cubicBezTo>
                    <a:pt x="2283699" y="339417"/>
                    <a:pt x="2341013" y="169019"/>
                    <a:pt x="2278715" y="84442"/>
                  </a:cubicBezTo>
                  <a:cubicBezTo>
                    <a:pt x="2248189" y="42153"/>
                    <a:pt x="2188071" y="21320"/>
                    <a:pt x="2104280" y="21786"/>
                  </a:cubicBezTo>
                  <a:close/>
                  <a:moveTo>
                    <a:pt x="213064" y="20"/>
                  </a:moveTo>
                  <a:cubicBezTo>
                    <a:pt x="300437" y="-757"/>
                    <a:pt x="412263" y="21631"/>
                    <a:pt x="544335" y="67029"/>
                  </a:cubicBezTo>
                  <a:cubicBezTo>
                    <a:pt x="673915" y="112427"/>
                    <a:pt x="815955" y="177414"/>
                    <a:pt x="963290" y="258260"/>
                  </a:cubicBezTo>
                  <a:lnTo>
                    <a:pt x="1162592" y="376284"/>
                  </a:lnTo>
                  <a:lnTo>
                    <a:pt x="1361686" y="258260"/>
                  </a:lnTo>
                  <a:cubicBezTo>
                    <a:pt x="1509021" y="177414"/>
                    <a:pt x="1651372" y="112427"/>
                    <a:pt x="1781575" y="67029"/>
                  </a:cubicBezTo>
                  <a:cubicBezTo>
                    <a:pt x="2044474" y="-23767"/>
                    <a:pt x="2227630" y="-22523"/>
                    <a:pt x="2296158" y="72004"/>
                  </a:cubicBezTo>
                  <a:cubicBezTo>
                    <a:pt x="2364686" y="166531"/>
                    <a:pt x="2309864" y="340660"/>
                    <a:pt x="2139167" y="562053"/>
                  </a:cubicBezTo>
                  <a:cubicBezTo>
                    <a:pt x="2097739" y="616468"/>
                    <a:pt x="2050548" y="672360"/>
                    <a:pt x="1998354" y="728991"/>
                  </a:cubicBezTo>
                  <a:lnTo>
                    <a:pt x="1836521" y="891332"/>
                  </a:lnTo>
                  <a:lnTo>
                    <a:pt x="1998354" y="1053268"/>
                  </a:lnTo>
                  <a:cubicBezTo>
                    <a:pt x="2050548" y="1109782"/>
                    <a:pt x="2097739" y="1165596"/>
                    <a:pt x="2139167" y="1220012"/>
                  </a:cubicBezTo>
                  <a:cubicBezTo>
                    <a:pt x="2309864" y="1441404"/>
                    <a:pt x="2364686" y="1615533"/>
                    <a:pt x="2296158" y="1710060"/>
                  </a:cubicBezTo>
                  <a:cubicBezTo>
                    <a:pt x="2261271" y="1758568"/>
                    <a:pt x="2196481" y="1782199"/>
                    <a:pt x="2106772" y="1782199"/>
                  </a:cubicBezTo>
                  <a:cubicBezTo>
                    <a:pt x="2020800" y="1782199"/>
                    <a:pt x="1911156" y="1759811"/>
                    <a:pt x="1781575" y="1715035"/>
                  </a:cubicBezTo>
                  <a:cubicBezTo>
                    <a:pt x="1651372" y="1670259"/>
                    <a:pt x="1509021" y="1605272"/>
                    <a:pt x="1361686" y="1524426"/>
                  </a:cubicBezTo>
                  <a:lnTo>
                    <a:pt x="1162592" y="1406472"/>
                  </a:lnTo>
                  <a:lnTo>
                    <a:pt x="963290" y="1524426"/>
                  </a:lnTo>
                  <a:cubicBezTo>
                    <a:pt x="815955" y="1605272"/>
                    <a:pt x="673915" y="1670259"/>
                    <a:pt x="544335" y="1715035"/>
                  </a:cubicBezTo>
                  <a:cubicBezTo>
                    <a:pt x="414754" y="1759811"/>
                    <a:pt x="305110" y="1782199"/>
                    <a:pt x="217892" y="1782199"/>
                  </a:cubicBezTo>
                  <a:cubicBezTo>
                    <a:pt x="128183" y="1782199"/>
                    <a:pt x="63393" y="1758568"/>
                    <a:pt x="28506" y="1710060"/>
                  </a:cubicBezTo>
                  <a:cubicBezTo>
                    <a:pt x="-40022" y="1615533"/>
                    <a:pt x="16046" y="1441404"/>
                    <a:pt x="185497" y="1220012"/>
                  </a:cubicBezTo>
                  <a:cubicBezTo>
                    <a:pt x="227237" y="1165596"/>
                    <a:pt x="274583" y="1109782"/>
                    <a:pt x="326855" y="1053268"/>
                  </a:cubicBezTo>
                  <a:lnTo>
                    <a:pt x="488762" y="891332"/>
                  </a:lnTo>
                  <a:lnTo>
                    <a:pt x="326855" y="728991"/>
                  </a:lnTo>
                  <a:cubicBezTo>
                    <a:pt x="274583" y="672360"/>
                    <a:pt x="227237" y="616468"/>
                    <a:pt x="185497" y="562053"/>
                  </a:cubicBezTo>
                  <a:cubicBezTo>
                    <a:pt x="16046" y="340660"/>
                    <a:pt x="-40022" y="166531"/>
                    <a:pt x="28506" y="72004"/>
                  </a:cubicBezTo>
                  <a:cubicBezTo>
                    <a:pt x="62770" y="24741"/>
                    <a:pt x="125691" y="798"/>
                    <a:pt x="213064" y="20"/>
                  </a:cubicBez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2D6CA91-6FBB-474F-97F9-A5D2D8FE2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4665" y="4527570"/>
              <a:ext cx="657920" cy="745826"/>
            </a:xfrm>
            <a:custGeom>
              <a:avLst/>
              <a:gdLst>
                <a:gd name="connsiteX0" fmla="*/ 0 w 657920"/>
                <a:gd name="connsiteY0" fmla="*/ 0 h 745826"/>
                <a:gd name="connsiteX1" fmla="*/ 657920 w 657920"/>
                <a:gd name="connsiteY1" fmla="*/ 0 h 745826"/>
                <a:gd name="connsiteX2" fmla="*/ 657920 w 657920"/>
                <a:gd name="connsiteY2" fmla="*/ 147888 h 745826"/>
                <a:gd name="connsiteX3" fmla="*/ 540635 w 657920"/>
                <a:gd name="connsiteY3" fmla="*/ 178698 h 745826"/>
                <a:gd name="connsiteX4" fmla="*/ 512837 w 657920"/>
                <a:gd name="connsiteY4" fmla="*/ 181273 h 745826"/>
                <a:gd name="connsiteX5" fmla="*/ 657920 w 657920"/>
                <a:gd name="connsiteY5" fmla="*/ 181273 h 745826"/>
                <a:gd name="connsiteX6" fmla="*/ 657920 w 657920"/>
                <a:gd name="connsiteY6" fmla="*/ 329164 h 745826"/>
                <a:gd name="connsiteX7" fmla="*/ 540635 w 657920"/>
                <a:gd name="connsiteY7" fmla="*/ 359974 h 745826"/>
                <a:gd name="connsiteX8" fmla="*/ 453593 w 657920"/>
                <a:gd name="connsiteY8" fmla="*/ 368036 h 745826"/>
                <a:gd name="connsiteX9" fmla="*/ 657920 w 657920"/>
                <a:gd name="connsiteY9" fmla="*/ 368036 h 745826"/>
                <a:gd name="connsiteX10" fmla="*/ 657920 w 657920"/>
                <a:gd name="connsiteY10" fmla="*/ 515927 h 745826"/>
                <a:gd name="connsiteX11" fmla="*/ 540635 w 657920"/>
                <a:gd name="connsiteY11" fmla="*/ 546737 h 745826"/>
                <a:gd name="connsiteX12" fmla="*/ 453582 w 657920"/>
                <a:gd name="connsiteY12" fmla="*/ 554800 h 745826"/>
                <a:gd name="connsiteX13" fmla="*/ 657920 w 657920"/>
                <a:gd name="connsiteY13" fmla="*/ 554800 h 745826"/>
                <a:gd name="connsiteX14" fmla="*/ 657920 w 657920"/>
                <a:gd name="connsiteY14" fmla="*/ 702691 h 745826"/>
                <a:gd name="connsiteX15" fmla="*/ 328960 w 657920"/>
                <a:gd name="connsiteY15" fmla="*/ 745826 h 745826"/>
                <a:gd name="connsiteX16" fmla="*/ 0 w 657920"/>
                <a:gd name="connsiteY16" fmla="*/ 702691 h 745826"/>
                <a:gd name="connsiteX17" fmla="*/ 0 w 657920"/>
                <a:gd name="connsiteY17" fmla="*/ 554800 h 745826"/>
                <a:gd name="connsiteX18" fmla="*/ 203819 w 657920"/>
                <a:gd name="connsiteY18" fmla="*/ 554800 h 745826"/>
                <a:gd name="connsiteX19" fmla="*/ 116818 w 657920"/>
                <a:gd name="connsiteY19" fmla="*/ 546737 h 745826"/>
                <a:gd name="connsiteX20" fmla="*/ 0 w 657920"/>
                <a:gd name="connsiteY20" fmla="*/ 515927 h 745826"/>
                <a:gd name="connsiteX21" fmla="*/ 0 w 657920"/>
                <a:gd name="connsiteY21" fmla="*/ 368036 h 745826"/>
                <a:gd name="connsiteX22" fmla="*/ 203808 w 657920"/>
                <a:gd name="connsiteY22" fmla="*/ 368036 h 745826"/>
                <a:gd name="connsiteX23" fmla="*/ 116818 w 657920"/>
                <a:gd name="connsiteY23" fmla="*/ 359974 h 745826"/>
                <a:gd name="connsiteX24" fmla="*/ 0 w 657920"/>
                <a:gd name="connsiteY24" fmla="*/ 329164 h 745826"/>
                <a:gd name="connsiteX25" fmla="*/ 0 w 657920"/>
                <a:gd name="connsiteY25" fmla="*/ 181273 h 745826"/>
                <a:gd name="connsiteX26" fmla="*/ 144599 w 657920"/>
                <a:gd name="connsiteY26" fmla="*/ 181273 h 745826"/>
                <a:gd name="connsiteX27" fmla="*/ 116818 w 657920"/>
                <a:gd name="connsiteY27" fmla="*/ 178698 h 745826"/>
                <a:gd name="connsiteX28" fmla="*/ 0 w 657920"/>
                <a:gd name="connsiteY28" fmla="*/ 147888 h 74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0" h="745826">
                  <a:moveTo>
                    <a:pt x="0" y="0"/>
                  </a:moveTo>
                  <a:lnTo>
                    <a:pt x="657920" y="0"/>
                  </a:lnTo>
                  <a:lnTo>
                    <a:pt x="657920" y="147888"/>
                  </a:lnTo>
                  <a:cubicBezTo>
                    <a:pt x="641098" y="160212"/>
                    <a:pt x="598732" y="170996"/>
                    <a:pt x="540635" y="178698"/>
                  </a:cubicBezTo>
                  <a:lnTo>
                    <a:pt x="512837" y="181273"/>
                  </a:lnTo>
                  <a:lnTo>
                    <a:pt x="657920" y="181273"/>
                  </a:lnTo>
                  <a:lnTo>
                    <a:pt x="657920" y="329164"/>
                  </a:lnTo>
                  <a:cubicBezTo>
                    <a:pt x="641098" y="341488"/>
                    <a:pt x="598732" y="352271"/>
                    <a:pt x="540635" y="359974"/>
                  </a:cubicBezTo>
                  <a:lnTo>
                    <a:pt x="453593" y="368036"/>
                  </a:lnTo>
                  <a:lnTo>
                    <a:pt x="657920" y="368036"/>
                  </a:lnTo>
                  <a:lnTo>
                    <a:pt x="657920" y="515927"/>
                  </a:lnTo>
                  <a:cubicBezTo>
                    <a:pt x="641098" y="528251"/>
                    <a:pt x="598732" y="539034"/>
                    <a:pt x="540635" y="546737"/>
                  </a:cubicBezTo>
                  <a:lnTo>
                    <a:pt x="453582" y="554800"/>
                  </a:lnTo>
                  <a:lnTo>
                    <a:pt x="657920" y="554800"/>
                  </a:lnTo>
                  <a:lnTo>
                    <a:pt x="657920" y="702691"/>
                  </a:lnTo>
                  <a:cubicBezTo>
                    <a:pt x="624276" y="727339"/>
                    <a:pt x="488456" y="745826"/>
                    <a:pt x="328960" y="745826"/>
                  </a:cubicBezTo>
                  <a:cubicBezTo>
                    <a:pt x="168218" y="745826"/>
                    <a:pt x="33644" y="727339"/>
                    <a:pt x="0" y="702691"/>
                  </a:cubicBezTo>
                  <a:lnTo>
                    <a:pt x="0" y="554800"/>
                  </a:lnTo>
                  <a:lnTo>
                    <a:pt x="203819" y="554800"/>
                  </a:lnTo>
                  <a:lnTo>
                    <a:pt x="116818" y="546737"/>
                  </a:lnTo>
                  <a:cubicBezTo>
                    <a:pt x="58877" y="539034"/>
                    <a:pt x="16822" y="528251"/>
                    <a:pt x="0" y="515927"/>
                  </a:cubicBezTo>
                  <a:lnTo>
                    <a:pt x="0" y="368036"/>
                  </a:lnTo>
                  <a:lnTo>
                    <a:pt x="203808" y="368036"/>
                  </a:lnTo>
                  <a:lnTo>
                    <a:pt x="116818" y="359974"/>
                  </a:lnTo>
                  <a:cubicBezTo>
                    <a:pt x="58877" y="352271"/>
                    <a:pt x="16822" y="341488"/>
                    <a:pt x="0" y="329164"/>
                  </a:cubicBezTo>
                  <a:lnTo>
                    <a:pt x="0" y="181273"/>
                  </a:lnTo>
                  <a:lnTo>
                    <a:pt x="144599" y="181273"/>
                  </a:lnTo>
                  <a:lnTo>
                    <a:pt x="116818" y="178698"/>
                  </a:lnTo>
                  <a:cubicBezTo>
                    <a:pt x="58877" y="170996"/>
                    <a:pt x="16822" y="160212"/>
                    <a:pt x="0" y="147888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1F9CC0F-4102-C545-BA00-804D7896C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4665" y="4675884"/>
              <a:ext cx="657920" cy="443719"/>
            </a:xfrm>
            <a:custGeom>
              <a:avLst/>
              <a:gdLst>
                <a:gd name="connsiteX0" fmla="*/ 0 w 657920"/>
                <a:gd name="connsiteY0" fmla="*/ 368036 h 443719"/>
                <a:gd name="connsiteX1" fmla="*/ 328960 w 657920"/>
                <a:gd name="connsiteY1" fmla="*/ 410760 h 443719"/>
                <a:gd name="connsiteX2" fmla="*/ 657920 w 657920"/>
                <a:gd name="connsiteY2" fmla="*/ 368036 h 443719"/>
                <a:gd name="connsiteX3" fmla="*/ 657920 w 657920"/>
                <a:gd name="connsiteY3" fmla="*/ 404657 h 443719"/>
                <a:gd name="connsiteX4" fmla="*/ 328960 w 657920"/>
                <a:gd name="connsiteY4" fmla="*/ 443719 h 443719"/>
                <a:gd name="connsiteX5" fmla="*/ 0 w 657920"/>
                <a:gd name="connsiteY5" fmla="*/ 404657 h 443719"/>
                <a:gd name="connsiteX6" fmla="*/ 0 w 657920"/>
                <a:gd name="connsiteY6" fmla="*/ 181273 h 443719"/>
                <a:gd name="connsiteX7" fmla="*/ 328960 w 657920"/>
                <a:gd name="connsiteY7" fmla="*/ 223997 h 443719"/>
                <a:gd name="connsiteX8" fmla="*/ 657920 w 657920"/>
                <a:gd name="connsiteY8" fmla="*/ 181273 h 443719"/>
                <a:gd name="connsiteX9" fmla="*/ 657920 w 657920"/>
                <a:gd name="connsiteY9" fmla="*/ 217893 h 443719"/>
                <a:gd name="connsiteX10" fmla="*/ 328960 w 657920"/>
                <a:gd name="connsiteY10" fmla="*/ 256955 h 443719"/>
                <a:gd name="connsiteX11" fmla="*/ 0 w 657920"/>
                <a:gd name="connsiteY11" fmla="*/ 217893 h 443719"/>
                <a:gd name="connsiteX12" fmla="*/ 0 w 657920"/>
                <a:gd name="connsiteY12" fmla="*/ 0 h 443719"/>
                <a:gd name="connsiteX13" fmla="*/ 328960 w 657920"/>
                <a:gd name="connsiteY13" fmla="*/ 43413 h 443719"/>
                <a:gd name="connsiteX14" fmla="*/ 657920 w 657920"/>
                <a:gd name="connsiteY14" fmla="*/ 0 h 443719"/>
                <a:gd name="connsiteX15" fmla="*/ 657920 w 657920"/>
                <a:gd name="connsiteY15" fmla="*/ 37211 h 443719"/>
                <a:gd name="connsiteX16" fmla="*/ 328960 w 657920"/>
                <a:gd name="connsiteY16" fmla="*/ 75662 h 443719"/>
                <a:gd name="connsiteX17" fmla="*/ 0 w 657920"/>
                <a:gd name="connsiteY17" fmla="*/ 37211 h 443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57920" h="443719">
                  <a:moveTo>
                    <a:pt x="0" y="368036"/>
                  </a:moveTo>
                  <a:cubicBezTo>
                    <a:pt x="33644" y="392450"/>
                    <a:pt x="168218" y="410760"/>
                    <a:pt x="328960" y="410760"/>
                  </a:cubicBezTo>
                  <a:cubicBezTo>
                    <a:pt x="488456" y="410760"/>
                    <a:pt x="624276" y="392450"/>
                    <a:pt x="657920" y="368036"/>
                  </a:cubicBezTo>
                  <a:lnTo>
                    <a:pt x="657920" y="404657"/>
                  </a:lnTo>
                  <a:cubicBezTo>
                    <a:pt x="593125" y="432732"/>
                    <a:pt x="444844" y="443719"/>
                    <a:pt x="328960" y="443719"/>
                  </a:cubicBezTo>
                  <a:cubicBezTo>
                    <a:pt x="213076" y="443719"/>
                    <a:pt x="64795" y="432732"/>
                    <a:pt x="0" y="404657"/>
                  </a:cubicBezTo>
                  <a:close/>
                  <a:moveTo>
                    <a:pt x="0" y="181273"/>
                  </a:moveTo>
                  <a:cubicBezTo>
                    <a:pt x="33644" y="205686"/>
                    <a:pt x="168218" y="223997"/>
                    <a:pt x="328960" y="223997"/>
                  </a:cubicBezTo>
                  <a:cubicBezTo>
                    <a:pt x="488456" y="223997"/>
                    <a:pt x="624276" y="205686"/>
                    <a:pt x="657920" y="181273"/>
                  </a:cubicBezTo>
                  <a:lnTo>
                    <a:pt x="657920" y="217893"/>
                  </a:lnTo>
                  <a:cubicBezTo>
                    <a:pt x="593125" y="245969"/>
                    <a:pt x="444844" y="256955"/>
                    <a:pt x="328960" y="256955"/>
                  </a:cubicBezTo>
                  <a:cubicBezTo>
                    <a:pt x="213076" y="256955"/>
                    <a:pt x="64795" y="245969"/>
                    <a:pt x="0" y="217893"/>
                  </a:cubicBezTo>
                  <a:close/>
                  <a:moveTo>
                    <a:pt x="0" y="0"/>
                  </a:moveTo>
                  <a:cubicBezTo>
                    <a:pt x="33644" y="24807"/>
                    <a:pt x="168218" y="43413"/>
                    <a:pt x="328960" y="43413"/>
                  </a:cubicBezTo>
                  <a:cubicBezTo>
                    <a:pt x="488456" y="43413"/>
                    <a:pt x="624276" y="24807"/>
                    <a:pt x="657920" y="0"/>
                  </a:cubicBezTo>
                  <a:lnTo>
                    <a:pt x="657920" y="37211"/>
                  </a:lnTo>
                  <a:cubicBezTo>
                    <a:pt x="593125" y="65739"/>
                    <a:pt x="444844" y="75662"/>
                    <a:pt x="328960" y="75662"/>
                  </a:cubicBezTo>
                  <a:cubicBezTo>
                    <a:pt x="213076" y="75662"/>
                    <a:pt x="64795" y="65739"/>
                    <a:pt x="0" y="372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09F4F57A-C030-FE4D-BE61-C21986462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4665" y="4467145"/>
              <a:ext cx="659166" cy="109861"/>
            </a:xfrm>
            <a:custGeom>
              <a:avLst/>
              <a:gdLst>
                <a:gd name="T0" fmla="*/ 528 w 529"/>
                <a:gd name="T1" fmla="*/ 45 h 90"/>
                <a:gd name="T2" fmla="*/ 528 w 529"/>
                <a:gd name="T3" fmla="*/ 45 h 90"/>
                <a:gd name="T4" fmla="*/ 264 w 529"/>
                <a:gd name="T5" fmla="*/ 89 h 90"/>
                <a:gd name="T6" fmla="*/ 264 w 529"/>
                <a:gd name="T7" fmla="*/ 89 h 90"/>
                <a:gd name="T8" fmla="*/ 0 w 529"/>
                <a:gd name="T9" fmla="*/ 45 h 90"/>
                <a:gd name="T10" fmla="*/ 0 w 529"/>
                <a:gd name="T11" fmla="*/ 45 h 90"/>
                <a:gd name="T12" fmla="*/ 264 w 529"/>
                <a:gd name="T13" fmla="*/ 0 h 90"/>
                <a:gd name="T14" fmla="*/ 264 w 529"/>
                <a:gd name="T15" fmla="*/ 0 h 90"/>
                <a:gd name="T16" fmla="*/ 528 w 529"/>
                <a:gd name="T17" fmla="*/ 4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9" h="90">
                  <a:moveTo>
                    <a:pt x="528" y="45"/>
                  </a:moveTo>
                  <a:lnTo>
                    <a:pt x="528" y="45"/>
                  </a:lnTo>
                  <a:cubicBezTo>
                    <a:pt x="528" y="69"/>
                    <a:pt x="409" y="89"/>
                    <a:pt x="264" y="89"/>
                  </a:cubicBezTo>
                  <a:lnTo>
                    <a:pt x="264" y="89"/>
                  </a:lnTo>
                  <a:cubicBezTo>
                    <a:pt x="118" y="89"/>
                    <a:pt x="0" y="69"/>
                    <a:pt x="0" y="45"/>
                  </a:cubicBezTo>
                  <a:lnTo>
                    <a:pt x="0" y="45"/>
                  </a:lnTo>
                  <a:cubicBezTo>
                    <a:pt x="0" y="20"/>
                    <a:pt x="118" y="0"/>
                    <a:pt x="264" y="0"/>
                  </a:cubicBezTo>
                  <a:lnTo>
                    <a:pt x="264" y="0"/>
                  </a:lnTo>
                  <a:cubicBezTo>
                    <a:pt x="409" y="0"/>
                    <a:pt x="528" y="20"/>
                    <a:pt x="528" y="45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7664A18-99BC-1240-92D7-57736CBC9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2566" y="4055168"/>
              <a:ext cx="657920" cy="377787"/>
            </a:xfrm>
            <a:custGeom>
              <a:avLst/>
              <a:gdLst>
                <a:gd name="connsiteX0" fmla="*/ 0 w 657920"/>
                <a:gd name="connsiteY0" fmla="*/ 0 h 377787"/>
                <a:gd name="connsiteX1" fmla="*/ 657920 w 657920"/>
                <a:gd name="connsiteY1" fmla="*/ 0 h 377787"/>
                <a:gd name="connsiteX2" fmla="*/ 657920 w 657920"/>
                <a:gd name="connsiteY2" fmla="*/ 152406 h 377787"/>
                <a:gd name="connsiteX3" fmla="*/ 540167 w 657920"/>
                <a:gd name="connsiteY3" fmla="*/ 183422 h 377787"/>
                <a:gd name="connsiteX4" fmla="*/ 506061 w 657920"/>
                <a:gd name="connsiteY4" fmla="*/ 186764 h 377787"/>
                <a:gd name="connsiteX5" fmla="*/ 657920 w 657920"/>
                <a:gd name="connsiteY5" fmla="*/ 186764 h 377787"/>
                <a:gd name="connsiteX6" fmla="*/ 657920 w 657920"/>
                <a:gd name="connsiteY6" fmla="*/ 334653 h 377787"/>
                <a:gd name="connsiteX7" fmla="*/ 328960 w 657920"/>
                <a:gd name="connsiteY7" fmla="*/ 377787 h 377787"/>
                <a:gd name="connsiteX8" fmla="*/ 0 w 657920"/>
                <a:gd name="connsiteY8" fmla="*/ 334653 h 377787"/>
                <a:gd name="connsiteX9" fmla="*/ 0 w 657920"/>
                <a:gd name="connsiteY9" fmla="*/ 186764 h 377787"/>
                <a:gd name="connsiteX10" fmla="*/ 151006 w 657920"/>
                <a:gd name="connsiteY10" fmla="*/ 186764 h 377787"/>
                <a:gd name="connsiteX11" fmla="*/ 116818 w 657920"/>
                <a:gd name="connsiteY11" fmla="*/ 183422 h 377787"/>
                <a:gd name="connsiteX12" fmla="*/ 0 w 657920"/>
                <a:gd name="connsiteY12" fmla="*/ 152406 h 37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7920" h="377787">
                  <a:moveTo>
                    <a:pt x="0" y="0"/>
                  </a:moveTo>
                  <a:lnTo>
                    <a:pt x="657920" y="0"/>
                  </a:lnTo>
                  <a:lnTo>
                    <a:pt x="657920" y="152406"/>
                  </a:lnTo>
                  <a:cubicBezTo>
                    <a:pt x="640475" y="164372"/>
                    <a:pt x="598109" y="175393"/>
                    <a:pt x="540167" y="183422"/>
                  </a:cubicBezTo>
                  <a:lnTo>
                    <a:pt x="506061" y="186764"/>
                  </a:lnTo>
                  <a:lnTo>
                    <a:pt x="657920" y="186764"/>
                  </a:lnTo>
                  <a:lnTo>
                    <a:pt x="657920" y="334653"/>
                  </a:lnTo>
                  <a:cubicBezTo>
                    <a:pt x="623030" y="359301"/>
                    <a:pt x="488456" y="377787"/>
                    <a:pt x="328960" y="377787"/>
                  </a:cubicBezTo>
                  <a:cubicBezTo>
                    <a:pt x="168218" y="377787"/>
                    <a:pt x="33644" y="359301"/>
                    <a:pt x="0" y="334653"/>
                  </a:cubicBezTo>
                  <a:lnTo>
                    <a:pt x="0" y="186764"/>
                  </a:lnTo>
                  <a:lnTo>
                    <a:pt x="151006" y="186764"/>
                  </a:lnTo>
                  <a:lnTo>
                    <a:pt x="116818" y="183422"/>
                  </a:lnTo>
                  <a:cubicBezTo>
                    <a:pt x="58877" y="175393"/>
                    <a:pt x="16822" y="164372"/>
                    <a:pt x="0" y="152406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780868D-21FB-D940-89F5-17A4AA884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2566" y="4208976"/>
              <a:ext cx="657920" cy="256932"/>
            </a:xfrm>
            <a:custGeom>
              <a:avLst/>
              <a:gdLst>
                <a:gd name="connsiteX0" fmla="*/ 0 w 657920"/>
                <a:gd name="connsiteY0" fmla="*/ 181269 h 256932"/>
                <a:gd name="connsiteX1" fmla="*/ 328960 w 657920"/>
                <a:gd name="connsiteY1" fmla="*/ 224682 h 256932"/>
                <a:gd name="connsiteX2" fmla="*/ 657920 w 657920"/>
                <a:gd name="connsiteY2" fmla="*/ 181269 h 256932"/>
                <a:gd name="connsiteX3" fmla="*/ 657920 w 657920"/>
                <a:gd name="connsiteY3" fmla="*/ 218480 h 256932"/>
                <a:gd name="connsiteX4" fmla="*/ 328960 w 657920"/>
                <a:gd name="connsiteY4" fmla="*/ 256932 h 256932"/>
                <a:gd name="connsiteX5" fmla="*/ 0 w 657920"/>
                <a:gd name="connsiteY5" fmla="*/ 218480 h 256932"/>
                <a:gd name="connsiteX6" fmla="*/ 0 w 657920"/>
                <a:gd name="connsiteY6" fmla="*/ 0 h 256932"/>
                <a:gd name="connsiteX7" fmla="*/ 328960 w 657920"/>
                <a:gd name="connsiteY7" fmla="*/ 43413 h 256932"/>
                <a:gd name="connsiteX8" fmla="*/ 657920 w 657920"/>
                <a:gd name="connsiteY8" fmla="*/ 0 h 256932"/>
                <a:gd name="connsiteX9" fmla="*/ 657920 w 657920"/>
                <a:gd name="connsiteY9" fmla="*/ 35971 h 256932"/>
                <a:gd name="connsiteX10" fmla="*/ 328960 w 657920"/>
                <a:gd name="connsiteY10" fmla="*/ 75662 h 256932"/>
                <a:gd name="connsiteX11" fmla="*/ 0 w 657920"/>
                <a:gd name="connsiteY11" fmla="*/ 35971 h 256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7920" h="256932">
                  <a:moveTo>
                    <a:pt x="0" y="181269"/>
                  </a:moveTo>
                  <a:cubicBezTo>
                    <a:pt x="33644" y="206077"/>
                    <a:pt x="168218" y="224682"/>
                    <a:pt x="328960" y="224682"/>
                  </a:cubicBezTo>
                  <a:cubicBezTo>
                    <a:pt x="488456" y="224682"/>
                    <a:pt x="623030" y="206077"/>
                    <a:pt x="657920" y="181269"/>
                  </a:cubicBezTo>
                  <a:lnTo>
                    <a:pt x="657920" y="218480"/>
                  </a:lnTo>
                  <a:cubicBezTo>
                    <a:pt x="591879" y="247009"/>
                    <a:pt x="444844" y="256932"/>
                    <a:pt x="328960" y="256932"/>
                  </a:cubicBezTo>
                  <a:cubicBezTo>
                    <a:pt x="213076" y="256932"/>
                    <a:pt x="64795" y="247009"/>
                    <a:pt x="0" y="218480"/>
                  </a:cubicBezTo>
                  <a:close/>
                  <a:moveTo>
                    <a:pt x="0" y="0"/>
                  </a:moveTo>
                  <a:cubicBezTo>
                    <a:pt x="33644" y="23567"/>
                    <a:pt x="168218" y="43413"/>
                    <a:pt x="328960" y="43413"/>
                  </a:cubicBezTo>
                  <a:cubicBezTo>
                    <a:pt x="488456" y="43413"/>
                    <a:pt x="623030" y="23567"/>
                    <a:pt x="657920" y="0"/>
                  </a:cubicBezTo>
                  <a:lnTo>
                    <a:pt x="657920" y="35971"/>
                  </a:lnTo>
                  <a:cubicBezTo>
                    <a:pt x="591879" y="64499"/>
                    <a:pt x="444844" y="75662"/>
                    <a:pt x="328960" y="75662"/>
                  </a:cubicBezTo>
                  <a:cubicBezTo>
                    <a:pt x="213076" y="75662"/>
                    <a:pt x="64795" y="64499"/>
                    <a:pt x="0" y="359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7" name="Freeform 65">
              <a:extLst>
                <a:ext uri="{FF2B5EF4-FFF2-40B4-BE49-F238E27FC236}">
                  <a16:creationId xmlns:a16="http://schemas.microsoft.com/office/drawing/2014/main" id="{426EB79C-4725-574C-9750-7EF8093D9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2566" y="4000238"/>
              <a:ext cx="659166" cy="109861"/>
            </a:xfrm>
            <a:custGeom>
              <a:avLst/>
              <a:gdLst>
                <a:gd name="T0" fmla="*/ 528 w 529"/>
                <a:gd name="T1" fmla="*/ 44 h 89"/>
                <a:gd name="T2" fmla="*/ 528 w 529"/>
                <a:gd name="T3" fmla="*/ 44 h 89"/>
                <a:gd name="T4" fmla="*/ 264 w 529"/>
                <a:gd name="T5" fmla="*/ 88 h 89"/>
                <a:gd name="T6" fmla="*/ 264 w 529"/>
                <a:gd name="T7" fmla="*/ 88 h 89"/>
                <a:gd name="T8" fmla="*/ 0 w 529"/>
                <a:gd name="T9" fmla="*/ 44 h 89"/>
                <a:gd name="T10" fmla="*/ 0 w 529"/>
                <a:gd name="T11" fmla="*/ 44 h 89"/>
                <a:gd name="T12" fmla="*/ 264 w 529"/>
                <a:gd name="T13" fmla="*/ 0 h 89"/>
                <a:gd name="T14" fmla="*/ 264 w 529"/>
                <a:gd name="T15" fmla="*/ 0 h 89"/>
                <a:gd name="T16" fmla="*/ 528 w 529"/>
                <a:gd name="T17" fmla="*/ 44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9" h="89">
                  <a:moveTo>
                    <a:pt x="528" y="44"/>
                  </a:moveTo>
                  <a:lnTo>
                    <a:pt x="528" y="44"/>
                  </a:lnTo>
                  <a:cubicBezTo>
                    <a:pt x="528" y="69"/>
                    <a:pt x="409" y="88"/>
                    <a:pt x="264" y="88"/>
                  </a:cubicBezTo>
                  <a:lnTo>
                    <a:pt x="264" y="88"/>
                  </a:lnTo>
                  <a:cubicBezTo>
                    <a:pt x="118" y="88"/>
                    <a:pt x="0" y="69"/>
                    <a:pt x="0" y="44"/>
                  </a:cubicBezTo>
                  <a:lnTo>
                    <a:pt x="0" y="44"/>
                  </a:lnTo>
                  <a:cubicBezTo>
                    <a:pt x="0" y="20"/>
                    <a:pt x="118" y="0"/>
                    <a:pt x="264" y="0"/>
                  </a:cubicBezTo>
                  <a:lnTo>
                    <a:pt x="264" y="0"/>
                  </a:lnTo>
                  <a:cubicBezTo>
                    <a:pt x="409" y="0"/>
                    <a:pt x="528" y="20"/>
                    <a:pt x="528" y="44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AC2F1D5-53C4-054B-8C00-D613B34B3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8495" y="4527570"/>
              <a:ext cx="657920" cy="745826"/>
            </a:xfrm>
            <a:custGeom>
              <a:avLst/>
              <a:gdLst>
                <a:gd name="connsiteX0" fmla="*/ 0 w 657920"/>
                <a:gd name="connsiteY0" fmla="*/ 0 h 745826"/>
                <a:gd name="connsiteX1" fmla="*/ 657920 w 657920"/>
                <a:gd name="connsiteY1" fmla="*/ 0 h 745826"/>
                <a:gd name="connsiteX2" fmla="*/ 657920 w 657920"/>
                <a:gd name="connsiteY2" fmla="*/ 147888 h 745826"/>
                <a:gd name="connsiteX3" fmla="*/ 540167 w 657920"/>
                <a:gd name="connsiteY3" fmla="*/ 178698 h 745826"/>
                <a:gd name="connsiteX4" fmla="*/ 512453 w 657920"/>
                <a:gd name="connsiteY4" fmla="*/ 181273 h 745826"/>
                <a:gd name="connsiteX5" fmla="*/ 657920 w 657920"/>
                <a:gd name="connsiteY5" fmla="*/ 181273 h 745826"/>
                <a:gd name="connsiteX6" fmla="*/ 657920 w 657920"/>
                <a:gd name="connsiteY6" fmla="*/ 329164 h 745826"/>
                <a:gd name="connsiteX7" fmla="*/ 540167 w 657920"/>
                <a:gd name="connsiteY7" fmla="*/ 359974 h 745826"/>
                <a:gd name="connsiteX8" fmla="*/ 453386 w 657920"/>
                <a:gd name="connsiteY8" fmla="*/ 368036 h 745826"/>
                <a:gd name="connsiteX9" fmla="*/ 657920 w 657920"/>
                <a:gd name="connsiteY9" fmla="*/ 368036 h 745826"/>
                <a:gd name="connsiteX10" fmla="*/ 657920 w 657920"/>
                <a:gd name="connsiteY10" fmla="*/ 515927 h 745826"/>
                <a:gd name="connsiteX11" fmla="*/ 540167 w 657920"/>
                <a:gd name="connsiteY11" fmla="*/ 546737 h 745826"/>
                <a:gd name="connsiteX12" fmla="*/ 453375 w 657920"/>
                <a:gd name="connsiteY12" fmla="*/ 554800 h 745826"/>
                <a:gd name="connsiteX13" fmla="*/ 657920 w 657920"/>
                <a:gd name="connsiteY13" fmla="*/ 554800 h 745826"/>
                <a:gd name="connsiteX14" fmla="*/ 657920 w 657920"/>
                <a:gd name="connsiteY14" fmla="*/ 702691 h 745826"/>
                <a:gd name="connsiteX15" fmla="*/ 328960 w 657920"/>
                <a:gd name="connsiteY15" fmla="*/ 745826 h 745826"/>
                <a:gd name="connsiteX16" fmla="*/ 0 w 657920"/>
                <a:gd name="connsiteY16" fmla="*/ 702691 h 745826"/>
                <a:gd name="connsiteX17" fmla="*/ 0 w 657920"/>
                <a:gd name="connsiteY17" fmla="*/ 554800 h 745826"/>
                <a:gd name="connsiteX18" fmla="*/ 203819 w 657920"/>
                <a:gd name="connsiteY18" fmla="*/ 554800 h 745826"/>
                <a:gd name="connsiteX19" fmla="*/ 116818 w 657920"/>
                <a:gd name="connsiteY19" fmla="*/ 546737 h 745826"/>
                <a:gd name="connsiteX20" fmla="*/ 0 w 657920"/>
                <a:gd name="connsiteY20" fmla="*/ 515927 h 745826"/>
                <a:gd name="connsiteX21" fmla="*/ 0 w 657920"/>
                <a:gd name="connsiteY21" fmla="*/ 368036 h 745826"/>
                <a:gd name="connsiteX22" fmla="*/ 203808 w 657920"/>
                <a:gd name="connsiteY22" fmla="*/ 368036 h 745826"/>
                <a:gd name="connsiteX23" fmla="*/ 116818 w 657920"/>
                <a:gd name="connsiteY23" fmla="*/ 359974 h 745826"/>
                <a:gd name="connsiteX24" fmla="*/ 0 w 657920"/>
                <a:gd name="connsiteY24" fmla="*/ 329164 h 745826"/>
                <a:gd name="connsiteX25" fmla="*/ 0 w 657920"/>
                <a:gd name="connsiteY25" fmla="*/ 181273 h 745826"/>
                <a:gd name="connsiteX26" fmla="*/ 144599 w 657920"/>
                <a:gd name="connsiteY26" fmla="*/ 181273 h 745826"/>
                <a:gd name="connsiteX27" fmla="*/ 116818 w 657920"/>
                <a:gd name="connsiteY27" fmla="*/ 178698 h 745826"/>
                <a:gd name="connsiteX28" fmla="*/ 0 w 657920"/>
                <a:gd name="connsiteY28" fmla="*/ 147888 h 74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0" h="745826">
                  <a:moveTo>
                    <a:pt x="0" y="0"/>
                  </a:moveTo>
                  <a:lnTo>
                    <a:pt x="657920" y="0"/>
                  </a:lnTo>
                  <a:lnTo>
                    <a:pt x="657920" y="147888"/>
                  </a:lnTo>
                  <a:cubicBezTo>
                    <a:pt x="640475" y="160212"/>
                    <a:pt x="598109" y="170996"/>
                    <a:pt x="540167" y="178698"/>
                  </a:cubicBezTo>
                  <a:lnTo>
                    <a:pt x="512453" y="181273"/>
                  </a:lnTo>
                  <a:lnTo>
                    <a:pt x="657920" y="181273"/>
                  </a:lnTo>
                  <a:lnTo>
                    <a:pt x="657920" y="329164"/>
                  </a:lnTo>
                  <a:cubicBezTo>
                    <a:pt x="640475" y="341488"/>
                    <a:pt x="598109" y="352271"/>
                    <a:pt x="540167" y="359974"/>
                  </a:cubicBezTo>
                  <a:lnTo>
                    <a:pt x="453386" y="368036"/>
                  </a:lnTo>
                  <a:lnTo>
                    <a:pt x="657920" y="368036"/>
                  </a:lnTo>
                  <a:lnTo>
                    <a:pt x="657920" y="515927"/>
                  </a:lnTo>
                  <a:cubicBezTo>
                    <a:pt x="640475" y="528251"/>
                    <a:pt x="598109" y="539034"/>
                    <a:pt x="540167" y="546737"/>
                  </a:cubicBezTo>
                  <a:lnTo>
                    <a:pt x="453375" y="554800"/>
                  </a:lnTo>
                  <a:lnTo>
                    <a:pt x="657920" y="554800"/>
                  </a:lnTo>
                  <a:lnTo>
                    <a:pt x="657920" y="702691"/>
                  </a:lnTo>
                  <a:cubicBezTo>
                    <a:pt x="623030" y="727339"/>
                    <a:pt x="488456" y="745826"/>
                    <a:pt x="328960" y="745826"/>
                  </a:cubicBezTo>
                  <a:cubicBezTo>
                    <a:pt x="168218" y="745826"/>
                    <a:pt x="33644" y="727339"/>
                    <a:pt x="0" y="702691"/>
                  </a:cubicBezTo>
                  <a:lnTo>
                    <a:pt x="0" y="554800"/>
                  </a:lnTo>
                  <a:lnTo>
                    <a:pt x="203819" y="554800"/>
                  </a:lnTo>
                  <a:lnTo>
                    <a:pt x="116818" y="546737"/>
                  </a:lnTo>
                  <a:cubicBezTo>
                    <a:pt x="58877" y="539034"/>
                    <a:pt x="16822" y="528251"/>
                    <a:pt x="0" y="515927"/>
                  </a:cubicBezTo>
                  <a:lnTo>
                    <a:pt x="0" y="368036"/>
                  </a:lnTo>
                  <a:lnTo>
                    <a:pt x="203808" y="368036"/>
                  </a:lnTo>
                  <a:lnTo>
                    <a:pt x="116818" y="359974"/>
                  </a:lnTo>
                  <a:cubicBezTo>
                    <a:pt x="58877" y="352271"/>
                    <a:pt x="16822" y="341488"/>
                    <a:pt x="0" y="329164"/>
                  </a:cubicBezTo>
                  <a:lnTo>
                    <a:pt x="0" y="181273"/>
                  </a:lnTo>
                  <a:lnTo>
                    <a:pt x="144599" y="181273"/>
                  </a:lnTo>
                  <a:lnTo>
                    <a:pt x="116818" y="178698"/>
                  </a:lnTo>
                  <a:cubicBezTo>
                    <a:pt x="58877" y="170996"/>
                    <a:pt x="16822" y="160212"/>
                    <a:pt x="0" y="147888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505D00E-AF21-5E4D-AF5F-5618FB927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8495" y="4675884"/>
              <a:ext cx="657920" cy="443719"/>
            </a:xfrm>
            <a:custGeom>
              <a:avLst/>
              <a:gdLst>
                <a:gd name="connsiteX0" fmla="*/ 0 w 657920"/>
                <a:gd name="connsiteY0" fmla="*/ 368036 h 443719"/>
                <a:gd name="connsiteX1" fmla="*/ 328960 w 657920"/>
                <a:gd name="connsiteY1" fmla="*/ 410760 h 443719"/>
                <a:gd name="connsiteX2" fmla="*/ 657920 w 657920"/>
                <a:gd name="connsiteY2" fmla="*/ 368036 h 443719"/>
                <a:gd name="connsiteX3" fmla="*/ 657920 w 657920"/>
                <a:gd name="connsiteY3" fmla="*/ 404657 h 443719"/>
                <a:gd name="connsiteX4" fmla="*/ 328960 w 657920"/>
                <a:gd name="connsiteY4" fmla="*/ 443719 h 443719"/>
                <a:gd name="connsiteX5" fmla="*/ 0 w 657920"/>
                <a:gd name="connsiteY5" fmla="*/ 404657 h 443719"/>
                <a:gd name="connsiteX6" fmla="*/ 0 w 657920"/>
                <a:gd name="connsiteY6" fmla="*/ 181273 h 443719"/>
                <a:gd name="connsiteX7" fmla="*/ 328960 w 657920"/>
                <a:gd name="connsiteY7" fmla="*/ 223997 h 443719"/>
                <a:gd name="connsiteX8" fmla="*/ 657920 w 657920"/>
                <a:gd name="connsiteY8" fmla="*/ 181273 h 443719"/>
                <a:gd name="connsiteX9" fmla="*/ 657920 w 657920"/>
                <a:gd name="connsiteY9" fmla="*/ 217893 h 443719"/>
                <a:gd name="connsiteX10" fmla="*/ 328960 w 657920"/>
                <a:gd name="connsiteY10" fmla="*/ 256955 h 443719"/>
                <a:gd name="connsiteX11" fmla="*/ 0 w 657920"/>
                <a:gd name="connsiteY11" fmla="*/ 217893 h 443719"/>
                <a:gd name="connsiteX12" fmla="*/ 0 w 657920"/>
                <a:gd name="connsiteY12" fmla="*/ 0 h 443719"/>
                <a:gd name="connsiteX13" fmla="*/ 328960 w 657920"/>
                <a:gd name="connsiteY13" fmla="*/ 43413 h 443719"/>
                <a:gd name="connsiteX14" fmla="*/ 657920 w 657920"/>
                <a:gd name="connsiteY14" fmla="*/ 0 h 443719"/>
                <a:gd name="connsiteX15" fmla="*/ 657920 w 657920"/>
                <a:gd name="connsiteY15" fmla="*/ 37211 h 443719"/>
                <a:gd name="connsiteX16" fmla="*/ 328960 w 657920"/>
                <a:gd name="connsiteY16" fmla="*/ 75662 h 443719"/>
                <a:gd name="connsiteX17" fmla="*/ 0 w 657920"/>
                <a:gd name="connsiteY17" fmla="*/ 37211 h 443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57920" h="443719">
                  <a:moveTo>
                    <a:pt x="0" y="368036"/>
                  </a:moveTo>
                  <a:cubicBezTo>
                    <a:pt x="33644" y="392450"/>
                    <a:pt x="168218" y="410760"/>
                    <a:pt x="328960" y="410760"/>
                  </a:cubicBezTo>
                  <a:cubicBezTo>
                    <a:pt x="488456" y="410760"/>
                    <a:pt x="623030" y="392450"/>
                    <a:pt x="657920" y="368036"/>
                  </a:cubicBezTo>
                  <a:lnTo>
                    <a:pt x="657920" y="404657"/>
                  </a:lnTo>
                  <a:cubicBezTo>
                    <a:pt x="593125" y="432732"/>
                    <a:pt x="444844" y="443719"/>
                    <a:pt x="328960" y="443719"/>
                  </a:cubicBezTo>
                  <a:cubicBezTo>
                    <a:pt x="213076" y="443719"/>
                    <a:pt x="66041" y="432732"/>
                    <a:pt x="0" y="404657"/>
                  </a:cubicBezTo>
                  <a:close/>
                  <a:moveTo>
                    <a:pt x="0" y="181273"/>
                  </a:moveTo>
                  <a:cubicBezTo>
                    <a:pt x="33644" y="205686"/>
                    <a:pt x="168218" y="223997"/>
                    <a:pt x="328960" y="223997"/>
                  </a:cubicBezTo>
                  <a:cubicBezTo>
                    <a:pt x="488456" y="223997"/>
                    <a:pt x="623030" y="205686"/>
                    <a:pt x="657920" y="181273"/>
                  </a:cubicBezTo>
                  <a:lnTo>
                    <a:pt x="657920" y="217893"/>
                  </a:lnTo>
                  <a:cubicBezTo>
                    <a:pt x="593125" y="245969"/>
                    <a:pt x="444844" y="256955"/>
                    <a:pt x="328960" y="256955"/>
                  </a:cubicBezTo>
                  <a:cubicBezTo>
                    <a:pt x="213076" y="256955"/>
                    <a:pt x="66041" y="245969"/>
                    <a:pt x="0" y="217893"/>
                  </a:cubicBezTo>
                  <a:close/>
                  <a:moveTo>
                    <a:pt x="0" y="0"/>
                  </a:moveTo>
                  <a:cubicBezTo>
                    <a:pt x="33644" y="24807"/>
                    <a:pt x="168218" y="43413"/>
                    <a:pt x="328960" y="43413"/>
                  </a:cubicBezTo>
                  <a:cubicBezTo>
                    <a:pt x="488456" y="43413"/>
                    <a:pt x="623030" y="24807"/>
                    <a:pt x="657920" y="0"/>
                  </a:cubicBezTo>
                  <a:lnTo>
                    <a:pt x="657920" y="37211"/>
                  </a:lnTo>
                  <a:cubicBezTo>
                    <a:pt x="593125" y="65739"/>
                    <a:pt x="444844" y="75662"/>
                    <a:pt x="328960" y="75662"/>
                  </a:cubicBezTo>
                  <a:cubicBezTo>
                    <a:pt x="213076" y="75662"/>
                    <a:pt x="66041" y="65739"/>
                    <a:pt x="0" y="372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0" name="Freeform 73">
              <a:extLst>
                <a:ext uri="{FF2B5EF4-FFF2-40B4-BE49-F238E27FC236}">
                  <a16:creationId xmlns:a16="http://schemas.microsoft.com/office/drawing/2014/main" id="{D1801E67-72FF-B94A-AAFA-EA9780962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8495" y="4467145"/>
              <a:ext cx="659166" cy="109861"/>
            </a:xfrm>
            <a:custGeom>
              <a:avLst/>
              <a:gdLst>
                <a:gd name="T0" fmla="*/ 528 w 529"/>
                <a:gd name="T1" fmla="*/ 45 h 90"/>
                <a:gd name="T2" fmla="*/ 528 w 529"/>
                <a:gd name="T3" fmla="*/ 45 h 90"/>
                <a:gd name="T4" fmla="*/ 264 w 529"/>
                <a:gd name="T5" fmla="*/ 89 h 90"/>
                <a:gd name="T6" fmla="*/ 264 w 529"/>
                <a:gd name="T7" fmla="*/ 89 h 90"/>
                <a:gd name="T8" fmla="*/ 0 w 529"/>
                <a:gd name="T9" fmla="*/ 45 h 90"/>
                <a:gd name="T10" fmla="*/ 0 w 529"/>
                <a:gd name="T11" fmla="*/ 45 h 90"/>
                <a:gd name="T12" fmla="*/ 264 w 529"/>
                <a:gd name="T13" fmla="*/ 0 h 90"/>
                <a:gd name="T14" fmla="*/ 264 w 529"/>
                <a:gd name="T15" fmla="*/ 0 h 90"/>
                <a:gd name="T16" fmla="*/ 528 w 529"/>
                <a:gd name="T17" fmla="*/ 4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9" h="90">
                  <a:moveTo>
                    <a:pt x="528" y="45"/>
                  </a:moveTo>
                  <a:lnTo>
                    <a:pt x="528" y="45"/>
                  </a:lnTo>
                  <a:cubicBezTo>
                    <a:pt x="528" y="69"/>
                    <a:pt x="410" y="89"/>
                    <a:pt x="264" y="89"/>
                  </a:cubicBezTo>
                  <a:lnTo>
                    <a:pt x="264" y="89"/>
                  </a:lnTo>
                  <a:cubicBezTo>
                    <a:pt x="118" y="89"/>
                    <a:pt x="0" y="69"/>
                    <a:pt x="0" y="45"/>
                  </a:cubicBezTo>
                  <a:lnTo>
                    <a:pt x="0" y="45"/>
                  </a:lnTo>
                  <a:cubicBezTo>
                    <a:pt x="0" y="20"/>
                    <a:pt x="118" y="0"/>
                    <a:pt x="264" y="0"/>
                  </a:cubicBezTo>
                  <a:lnTo>
                    <a:pt x="264" y="0"/>
                  </a:lnTo>
                  <a:cubicBezTo>
                    <a:pt x="410" y="0"/>
                    <a:pt x="528" y="20"/>
                    <a:pt x="528" y="45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1" name="Freeform 74">
              <a:extLst>
                <a:ext uri="{FF2B5EF4-FFF2-40B4-BE49-F238E27FC236}">
                  <a16:creationId xmlns:a16="http://schemas.microsoft.com/office/drawing/2014/main" id="{3A84C17D-EBEF-CA49-AA9E-65DBC5756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4398" y="4340810"/>
              <a:ext cx="1175512" cy="1175512"/>
            </a:xfrm>
            <a:custGeom>
              <a:avLst/>
              <a:gdLst>
                <a:gd name="T0" fmla="*/ 941 w 942"/>
                <a:gd name="T1" fmla="*/ 471 h 942"/>
                <a:gd name="T2" fmla="*/ 941 w 942"/>
                <a:gd name="T3" fmla="*/ 471 h 942"/>
                <a:gd name="T4" fmla="*/ 471 w 942"/>
                <a:gd name="T5" fmla="*/ 941 h 942"/>
                <a:gd name="T6" fmla="*/ 471 w 942"/>
                <a:gd name="T7" fmla="*/ 941 h 942"/>
                <a:gd name="T8" fmla="*/ 0 w 942"/>
                <a:gd name="T9" fmla="*/ 471 h 942"/>
                <a:gd name="T10" fmla="*/ 0 w 942"/>
                <a:gd name="T11" fmla="*/ 471 h 942"/>
                <a:gd name="T12" fmla="*/ 471 w 942"/>
                <a:gd name="T13" fmla="*/ 0 h 942"/>
                <a:gd name="T14" fmla="*/ 471 w 942"/>
                <a:gd name="T15" fmla="*/ 0 h 942"/>
                <a:gd name="T16" fmla="*/ 941 w 942"/>
                <a:gd name="T17" fmla="*/ 471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2" h="942">
                  <a:moveTo>
                    <a:pt x="941" y="471"/>
                  </a:moveTo>
                  <a:lnTo>
                    <a:pt x="941" y="471"/>
                  </a:lnTo>
                  <a:cubicBezTo>
                    <a:pt x="941" y="730"/>
                    <a:pt x="731" y="941"/>
                    <a:pt x="471" y="941"/>
                  </a:cubicBezTo>
                  <a:lnTo>
                    <a:pt x="471" y="941"/>
                  </a:lnTo>
                  <a:cubicBezTo>
                    <a:pt x="211" y="941"/>
                    <a:pt x="0" y="730"/>
                    <a:pt x="0" y="471"/>
                  </a:cubicBezTo>
                  <a:lnTo>
                    <a:pt x="0" y="471"/>
                  </a:lnTo>
                  <a:cubicBezTo>
                    <a:pt x="0" y="211"/>
                    <a:pt x="211" y="0"/>
                    <a:pt x="471" y="0"/>
                  </a:cubicBezTo>
                  <a:lnTo>
                    <a:pt x="471" y="0"/>
                  </a:lnTo>
                  <a:cubicBezTo>
                    <a:pt x="731" y="0"/>
                    <a:pt x="941" y="211"/>
                    <a:pt x="941" y="47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2" name="Freeform 75">
              <a:extLst>
                <a:ext uri="{FF2B5EF4-FFF2-40B4-BE49-F238E27FC236}">
                  <a16:creationId xmlns:a16="http://schemas.microsoft.com/office/drawing/2014/main" id="{9B483600-7C2C-B54C-872E-738FC86B2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3412" y="4329824"/>
              <a:ext cx="1191989" cy="1197484"/>
            </a:xfrm>
            <a:custGeom>
              <a:avLst/>
              <a:gdLst>
                <a:gd name="T0" fmla="*/ 479 w 959"/>
                <a:gd name="T1" fmla="*/ 17 h 960"/>
                <a:gd name="T2" fmla="*/ 479 w 959"/>
                <a:gd name="T3" fmla="*/ 17 h 960"/>
                <a:gd name="T4" fmla="*/ 17 w 959"/>
                <a:gd name="T5" fmla="*/ 480 h 960"/>
                <a:gd name="T6" fmla="*/ 17 w 959"/>
                <a:gd name="T7" fmla="*/ 480 h 960"/>
                <a:gd name="T8" fmla="*/ 479 w 959"/>
                <a:gd name="T9" fmla="*/ 942 h 960"/>
                <a:gd name="T10" fmla="*/ 479 w 959"/>
                <a:gd name="T11" fmla="*/ 942 h 960"/>
                <a:gd name="T12" fmla="*/ 940 w 959"/>
                <a:gd name="T13" fmla="*/ 480 h 960"/>
                <a:gd name="T14" fmla="*/ 940 w 959"/>
                <a:gd name="T15" fmla="*/ 480 h 960"/>
                <a:gd name="T16" fmla="*/ 479 w 959"/>
                <a:gd name="T17" fmla="*/ 17 h 960"/>
                <a:gd name="T18" fmla="*/ 479 w 959"/>
                <a:gd name="T19" fmla="*/ 959 h 960"/>
                <a:gd name="T20" fmla="*/ 479 w 959"/>
                <a:gd name="T21" fmla="*/ 959 h 960"/>
                <a:gd name="T22" fmla="*/ 0 w 959"/>
                <a:gd name="T23" fmla="*/ 480 h 960"/>
                <a:gd name="T24" fmla="*/ 0 w 959"/>
                <a:gd name="T25" fmla="*/ 480 h 960"/>
                <a:gd name="T26" fmla="*/ 479 w 959"/>
                <a:gd name="T27" fmla="*/ 0 h 960"/>
                <a:gd name="T28" fmla="*/ 479 w 959"/>
                <a:gd name="T29" fmla="*/ 0 h 960"/>
                <a:gd name="T30" fmla="*/ 958 w 959"/>
                <a:gd name="T31" fmla="*/ 480 h 960"/>
                <a:gd name="T32" fmla="*/ 958 w 959"/>
                <a:gd name="T33" fmla="*/ 480 h 960"/>
                <a:gd name="T34" fmla="*/ 479 w 959"/>
                <a:gd name="T35" fmla="*/ 959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9" h="960">
                  <a:moveTo>
                    <a:pt x="479" y="17"/>
                  </a:moveTo>
                  <a:lnTo>
                    <a:pt x="479" y="17"/>
                  </a:lnTo>
                  <a:cubicBezTo>
                    <a:pt x="224" y="17"/>
                    <a:pt x="17" y="225"/>
                    <a:pt x="17" y="480"/>
                  </a:cubicBezTo>
                  <a:lnTo>
                    <a:pt x="17" y="480"/>
                  </a:lnTo>
                  <a:cubicBezTo>
                    <a:pt x="17" y="734"/>
                    <a:pt x="224" y="942"/>
                    <a:pt x="479" y="942"/>
                  </a:cubicBezTo>
                  <a:lnTo>
                    <a:pt x="479" y="942"/>
                  </a:lnTo>
                  <a:cubicBezTo>
                    <a:pt x="733" y="942"/>
                    <a:pt x="940" y="734"/>
                    <a:pt x="940" y="480"/>
                  </a:cubicBezTo>
                  <a:lnTo>
                    <a:pt x="940" y="480"/>
                  </a:lnTo>
                  <a:cubicBezTo>
                    <a:pt x="940" y="225"/>
                    <a:pt x="733" y="17"/>
                    <a:pt x="479" y="17"/>
                  </a:cubicBezTo>
                  <a:close/>
                  <a:moveTo>
                    <a:pt x="479" y="959"/>
                  </a:moveTo>
                  <a:lnTo>
                    <a:pt x="479" y="959"/>
                  </a:lnTo>
                  <a:cubicBezTo>
                    <a:pt x="215" y="959"/>
                    <a:pt x="0" y="743"/>
                    <a:pt x="0" y="480"/>
                  </a:cubicBezTo>
                  <a:lnTo>
                    <a:pt x="0" y="480"/>
                  </a:lnTo>
                  <a:cubicBezTo>
                    <a:pt x="0" y="216"/>
                    <a:pt x="215" y="0"/>
                    <a:pt x="479" y="0"/>
                  </a:cubicBezTo>
                  <a:lnTo>
                    <a:pt x="479" y="0"/>
                  </a:lnTo>
                  <a:cubicBezTo>
                    <a:pt x="743" y="0"/>
                    <a:pt x="958" y="216"/>
                    <a:pt x="958" y="480"/>
                  </a:cubicBezTo>
                  <a:lnTo>
                    <a:pt x="958" y="480"/>
                  </a:lnTo>
                  <a:cubicBezTo>
                    <a:pt x="958" y="743"/>
                    <a:pt x="743" y="959"/>
                    <a:pt x="479" y="959"/>
                  </a:cubicBez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3" name="Freeform 76">
              <a:extLst>
                <a:ext uri="{FF2B5EF4-FFF2-40B4-BE49-F238E27FC236}">
                  <a16:creationId xmlns:a16="http://schemas.microsoft.com/office/drawing/2014/main" id="{3332EA2F-FCCB-7440-AE95-46B8DE735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6936" y="4478131"/>
              <a:ext cx="455921" cy="510855"/>
            </a:xfrm>
            <a:custGeom>
              <a:avLst/>
              <a:gdLst>
                <a:gd name="T0" fmla="*/ 69 w 366"/>
                <a:gd name="T1" fmla="*/ 340 h 410"/>
                <a:gd name="T2" fmla="*/ 297 w 366"/>
                <a:gd name="T3" fmla="*/ 340 h 410"/>
                <a:gd name="T4" fmla="*/ 297 w 366"/>
                <a:gd name="T5" fmla="*/ 92 h 410"/>
                <a:gd name="T6" fmla="*/ 297 w 366"/>
                <a:gd name="T7" fmla="*/ 92 h 410"/>
                <a:gd name="T8" fmla="*/ 273 w 366"/>
                <a:gd name="T9" fmla="*/ 69 h 410"/>
                <a:gd name="T10" fmla="*/ 92 w 366"/>
                <a:gd name="T11" fmla="*/ 69 h 410"/>
                <a:gd name="T12" fmla="*/ 92 w 366"/>
                <a:gd name="T13" fmla="*/ 69 h 410"/>
                <a:gd name="T14" fmla="*/ 69 w 366"/>
                <a:gd name="T15" fmla="*/ 92 h 410"/>
                <a:gd name="T16" fmla="*/ 69 w 366"/>
                <a:gd name="T17" fmla="*/ 340 h 410"/>
                <a:gd name="T18" fmla="*/ 365 w 366"/>
                <a:gd name="T19" fmla="*/ 409 h 410"/>
                <a:gd name="T20" fmla="*/ 0 w 366"/>
                <a:gd name="T21" fmla="*/ 409 h 410"/>
                <a:gd name="T22" fmla="*/ 0 w 366"/>
                <a:gd name="T23" fmla="*/ 92 h 410"/>
                <a:gd name="T24" fmla="*/ 0 w 366"/>
                <a:gd name="T25" fmla="*/ 92 h 410"/>
                <a:gd name="T26" fmla="*/ 92 w 366"/>
                <a:gd name="T27" fmla="*/ 0 h 410"/>
                <a:gd name="T28" fmla="*/ 273 w 366"/>
                <a:gd name="T29" fmla="*/ 0 h 410"/>
                <a:gd name="T30" fmla="*/ 273 w 366"/>
                <a:gd name="T31" fmla="*/ 0 h 410"/>
                <a:gd name="T32" fmla="*/ 365 w 366"/>
                <a:gd name="T33" fmla="*/ 92 h 410"/>
                <a:gd name="T34" fmla="*/ 365 w 366"/>
                <a:gd name="T35" fmla="*/ 409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6" h="410">
                  <a:moveTo>
                    <a:pt x="69" y="340"/>
                  </a:moveTo>
                  <a:lnTo>
                    <a:pt x="297" y="340"/>
                  </a:lnTo>
                  <a:lnTo>
                    <a:pt x="297" y="92"/>
                  </a:lnTo>
                  <a:lnTo>
                    <a:pt x="297" y="92"/>
                  </a:lnTo>
                  <a:cubicBezTo>
                    <a:pt x="297" y="79"/>
                    <a:pt x="286" y="69"/>
                    <a:pt x="273" y="69"/>
                  </a:cubicBezTo>
                  <a:lnTo>
                    <a:pt x="92" y="69"/>
                  </a:lnTo>
                  <a:lnTo>
                    <a:pt x="92" y="69"/>
                  </a:lnTo>
                  <a:cubicBezTo>
                    <a:pt x="79" y="69"/>
                    <a:pt x="69" y="79"/>
                    <a:pt x="69" y="92"/>
                  </a:cubicBezTo>
                  <a:lnTo>
                    <a:pt x="69" y="340"/>
                  </a:lnTo>
                  <a:close/>
                  <a:moveTo>
                    <a:pt x="365" y="409"/>
                  </a:moveTo>
                  <a:lnTo>
                    <a:pt x="0" y="409"/>
                  </a:lnTo>
                  <a:lnTo>
                    <a:pt x="0" y="92"/>
                  </a:lnTo>
                  <a:lnTo>
                    <a:pt x="0" y="92"/>
                  </a:lnTo>
                  <a:cubicBezTo>
                    <a:pt x="0" y="41"/>
                    <a:pt x="41" y="0"/>
                    <a:pt x="92" y="0"/>
                  </a:cubicBezTo>
                  <a:lnTo>
                    <a:pt x="273" y="0"/>
                  </a:lnTo>
                  <a:lnTo>
                    <a:pt x="273" y="0"/>
                  </a:lnTo>
                  <a:cubicBezTo>
                    <a:pt x="324" y="0"/>
                    <a:pt x="365" y="41"/>
                    <a:pt x="365" y="92"/>
                  </a:cubicBezTo>
                  <a:lnTo>
                    <a:pt x="365" y="409"/>
                  </a:ln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4" name="Freeform 77">
              <a:extLst>
                <a:ext uri="{FF2B5EF4-FFF2-40B4-BE49-F238E27FC236}">
                  <a16:creationId xmlns:a16="http://schemas.microsoft.com/office/drawing/2014/main" id="{A686345B-FEB9-394E-B5F9-94B8BE0D9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9047" y="4813209"/>
              <a:ext cx="637193" cy="505360"/>
            </a:xfrm>
            <a:custGeom>
              <a:avLst/>
              <a:gdLst>
                <a:gd name="T0" fmla="*/ 486 w 510"/>
                <a:gd name="T1" fmla="*/ 405 h 406"/>
                <a:gd name="T2" fmla="*/ 23 w 510"/>
                <a:gd name="T3" fmla="*/ 405 h 406"/>
                <a:gd name="T4" fmla="*/ 23 w 510"/>
                <a:gd name="T5" fmla="*/ 405 h 406"/>
                <a:gd name="T6" fmla="*/ 0 w 510"/>
                <a:gd name="T7" fmla="*/ 383 h 406"/>
                <a:gd name="T8" fmla="*/ 0 w 510"/>
                <a:gd name="T9" fmla="*/ 23 h 406"/>
                <a:gd name="T10" fmla="*/ 0 w 510"/>
                <a:gd name="T11" fmla="*/ 23 h 406"/>
                <a:gd name="T12" fmla="*/ 23 w 510"/>
                <a:gd name="T13" fmla="*/ 0 h 406"/>
                <a:gd name="T14" fmla="*/ 486 w 510"/>
                <a:gd name="T15" fmla="*/ 0 h 406"/>
                <a:gd name="T16" fmla="*/ 486 w 510"/>
                <a:gd name="T17" fmla="*/ 0 h 406"/>
                <a:gd name="T18" fmla="*/ 509 w 510"/>
                <a:gd name="T19" fmla="*/ 23 h 406"/>
                <a:gd name="T20" fmla="*/ 509 w 510"/>
                <a:gd name="T21" fmla="*/ 383 h 406"/>
                <a:gd name="T22" fmla="*/ 509 w 510"/>
                <a:gd name="T23" fmla="*/ 383 h 406"/>
                <a:gd name="T24" fmla="*/ 486 w 510"/>
                <a:gd name="T25" fmla="*/ 405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0" h="406">
                  <a:moveTo>
                    <a:pt x="486" y="405"/>
                  </a:moveTo>
                  <a:lnTo>
                    <a:pt x="23" y="405"/>
                  </a:lnTo>
                  <a:lnTo>
                    <a:pt x="23" y="405"/>
                  </a:lnTo>
                  <a:cubicBezTo>
                    <a:pt x="11" y="405"/>
                    <a:pt x="0" y="395"/>
                    <a:pt x="0" y="383"/>
                  </a:cubicBezTo>
                  <a:lnTo>
                    <a:pt x="0" y="23"/>
                  </a:lnTo>
                  <a:lnTo>
                    <a:pt x="0" y="23"/>
                  </a:lnTo>
                  <a:cubicBezTo>
                    <a:pt x="0" y="11"/>
                    <a:pt x="11" y="0"/>
                    <a:pt x="23" y="0"/>
                  </a:cubicBezTo>
                  <a:lnTo>
                    <a:pt x="486" y="0"/>
                  </a:lnTo>
                  <a:lnTo>
                    <a:pt x="486" y="0"/>
                  </a:lnTo>
                  <a:cubicBezTo>
                    <a:pt x="499" y="0"/>
                    <a:pt x="509" y="11"/>
                    <a:pt x="509" y="23"/>
                  </a:cubicBezTo>
                  <a:lnTo>
                    <a:pt x="509" y="383"/>
                  </a:lnTo>
                  <a:lnTo>
                    <a:pt x="509" y="383"/>
                  </a:lnTo>
                  <a:cubicBezTo>
                    <a:pt x="509" y="395"/>
                    <a:pt x="499" y="405"/>
                    <a:pt x="486" y="405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5" name="Freeform 78">
              <a:extLst>
                <a:ext uri="{FF2B5EF4-FFF2-40B4-BE49-F238E27FC236}">
                  <a16:creationId xmlns:a16="http://schemas.microsoft.com/office/drawing/2014/main" id="{ECE4ADD9-5302-D44C-BEA4-FD418BAAA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6236" y="4939547"/>
              <a:ext cx="170286" cy="269161"/>
            </a:xfrm>
            <a:custGeom>
              <a:avLst/>
              <a:gdLst>
                <a:gd name="T0" fmla="*/ 135 w 136"/>
                <a:gd name="T1" fmla="*/ 67 h 215"/>
                <a:gd name="T2" fmla="*/ 135 w 136"/>
                <a:gd name="T3" fmla="*/ 67 h 215"/>
                <a:gd name="T4" fmla="*/ 67 w 136"/>
                <a:gd name="T5" fmla="*/ 0 h 215"/>
                <a:gd name="T6" fmla="*/ 67 w 136"/>
                <a:gd name="T7" fmla="*/ 0 h 215"/>
                <a:gd name="T8" fmla="*/ 0 w 136"/>
                <a:gd name="T9" fmla="*/ 67 h 215"/>
                <a:gd name="T10" fmla="*/ 0 w 136"/>
                <a:gd name="T11" fmla="*/ 67 h 215"/>
                <a:gd name="T12" fmla="*/ 37 w 136"/>
                <a:gd name="T13" fmla="*/ 127 h 215"/>
                <a:gd name="T14" fmla="*/ 17 w 136"/>
                <a:gd name="T15" fmla="*/ 214 h 215"/>
                <a:gd name="T16" fmla="*/ 118 w 136"/>
                <a:gd name="T17" fmla="*/ 214 h 215"/>
                <a:gd name="T18" fmla="*/ 98 w 136"/>
                <a:gd name="T19" fmla="*/ 127 h 215"/>
                <a:gd name="T20" fmla="*/ 98 w 136"/>
                <a:gd name="T21" fmla="*/ 127 h 215"/>
                <a:gd name="T22" fmla="*/ 135 w 136"/>
                <a:gd name="T23" fmla="*/ 6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" h="215">
                  <a:moveTo>
                    <a:pt x="135" y="67"/>
                  </a:moveTo>
                  <a:lnTo>
                    <a:pt x="135" y="67"/>
                  </a:lnTo>
                  <a:cubicBezTo>
                    <a:pt x="135" y="30"/>
                    <a:pt x="105" y="0"/>
                    <a:pt x="67" y="0"/>
                  </a:cubicBezTo>
                  <a:lnTo>
                    <a:pt x="67" y="0"/>
                  </a:lnTo>
                  <a:cubicBezTo>
                    <a:pt x="31" y="0"/>
                    <a:pt x="0" y="30"/>
                    <a:pt x="0" y="67"/>
                  </a:cubicBezTo>
                  <a:lnTo>
                    <a:pt x="0" y="67"/>
                  </a:lnTo>
                  <a:cubicBezTo>
                    <a:pt x="0" y="93"/>
                    <a:pt x="15" y="116"/>
                    <a:pt x="37" y="127"/>
                  </a:cubicBezTo>
                  <a:lnTo>
                    <a:pt x="17" y="214"/>
                  </a:lnTo>
                  <a:lnTo>
                    <a:pt x="118" y="214"/>
                  </a:lnTo>
                  <a:lnTo>
                    <a:pt x="98" y="127"/>
                  </a:lnTo>
                  <a:lnTo>
                    <a:pt x="98" y="127"/>
                  </a:lnTo>
                  <a:cubicBezTo>
                    <a:pt x="120" y="116"/>
                    <a:pt x="135" y="93"/>
                    <a:pt x="135" y="67"/>
                  </a:cubicBezTo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1A7B088-E794-2346-8DD6-14B12D09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140" y="6408759"/>
              <a:ext cx="2324674" cy="1781430"/>
            </a:xfrm>
            <a:custGeom>
              <a:avLst/>
              <a:gdLst>
                <a:gd name="connsiteX0" fmla="*/ 1820728 w 2324674"/>
                <a:gd name="connsiteY0" fmla="*/ 904776 h 1781430"/>
                <a:gd name="connsiteX1" fmla="*/ 1630868 w 2324674"/>
                <a:gd name="connsiteY1" fmla="*/ 1069911 h 1781430"/>
                <a:gd name="connsiteX2" fmla="*/ 1413529 w 2324674"/>
                <a:gd name="connsiteY2" fmla="*/ 1236655 h 1781430"/>
                <a:gd name="connsiteX3" fmla="*/ 1187465 w 2324674"/>
                <a:gd name="connsiteY3" fmla="*/ 1390340 h 1781430"/>
                <a:gd name="connsiteX4" fmla="*/ 1183791 w 2324674"/>
                <a:gd name="connsiteY4" fmla="*/ 1392516 h 1781430"/>
                <a:gd name="connsiteX5" fmla="*/ 1371612 w 2324674"/>
                <a:gd name="connsiteY5" fmla="*/ 1504224 h 1781430"/>
                <a:gd name="connsiteX6" fmla="*/ 1787512 w 2324674"/>
                <a:gd name="connsiteY6" fmla="*/ 1693122 h 1781430"/>
                <a:gd name="connsiteX7" fmla="*/ 2278675 w 2324674"/>
                <a:gd name="connsiteY7" fmla="*/ 1696853 h 1781430"/>
                <a:gd name="connsiteX8" fmla="*/ 2121603 w 2324674"/>
                <a:gd name="connsiteY8" fmla="*/ 1231680 h 1781430"/>
                <a:gd name="connsiteX9" fmla="*/ 1981671 w 2324674"/>
                <a:gd name="connsiteY9" fmla="*/ 1065869 h 1781430"/>
                <a:gd name="connsiteX10" fmla="*/ 504245 w 2324674"/>
                <a:gd name="connsiteY10" fmla="*/ 904627 h 1781430"/>
                <a:gd name="connsiteX11" fmla="*/ 343024 w 2324674"/>
                <a:gd name="connsiteY11" fmla="*/ 1065869 h 1781430"/>
                <a:gd name="connsiteX12" fmla="*/ 203073 w 2324674"/>
                <a:gd name="connsiteY12" fmla="*/ 1231680 h 1781430"/>
                <a:gd name="connsiteX13" fmla="*/ 46000 w 2324674"/>
                <a:gd name="connsiteY13" fmla="*/ 1696853 h 1781430"/>
                <a:gd name="connsiteX14" fmla="*/ 537164 w 2324674"/>
                <a:gd name="connsiteY14" fmla="*/ 1693122 h 1781430"/>
                <a:gd name="connsiteX15" fmla="*/ 953687 w 2324674"/>
                <a:gd name="connsiteY15" fmla="*/ 1504224 h 1781430"/>
                <a:gd name="connsiteX16" fmla="*/ 1141640 w 2324674"/>
                <a:gd name="connsiteY16" fmla="*/ 1392653 h 1781430"/>
                <a:gd name="connsiteX17" fmla="*/ 1137737 w 2324674"/>
                <a:gd name="connsiteY17" fmla="*/ 1390340 h 1781430"/>
                <a:gd name="connsiteX18" fmla="*/ 911146 w 2324674"/>
                <a:gd name="connsiteY18" fmla="*/ 1236655 h 1781430"/>
                <a:gd name="connsiteX19" fmla="*/ 694333 w 2324674"/>
                <a:gd name="connsiteY19" fmla="*/ 1069911 h 1781430"/>
                <a:gd name="connsiteX20" fmla="*/ 1162851 w 2324674"/>
                <a:gd name="connsiteY20" fmla="*/ 400154 h 1781430"/>
                <a:gd name="connsiteX21" fmla="*/ 1149580 w 2324674"/>
                <a:gd name="connsiteY21" fmla="*/ 408008 h 1781430"/>
                <a:gd name="connsiteX22" fmla="*/ 924859 w 2324674"/>
                <a:gd name="connsiteY22" fmla="*/ 560040 h 1781430"/>
                <a:gd name="connsiteX23" fmla="*/ 708475 w 2324674"/>
                <a:gd name="connsiteY23" fmla="*/ 725852 h 1781430"/>
                <a:gd name="connsiteX24" fmla="*/ 520161 w 2324674"/>
                <a:gd name="connsiteY24" fmla="*/ 889641 h 1781430"/>
                <a:gd name="connsiteX25" fmla="*/ 708475 w 2324674"/>
                <a:gd name="connsiteY25" fmla="*/ 1053432 h 1781430"/>
                <a:gd name="connsiteX26" fmla="*/ 924859 w 2324674"/>
                <a:gd name="connsiteY26" fmla="*/ 1219243 h 1781430"/>
                <a:gd name="connsiteX27" fmla="*/ 1149580 w 2324674"/>
                <a:gd name="connsiteY27" fmla="*/ 1372169 h 1781430"/>
                <a:gd name="connsiteX28" fmla="*/ 1162851 w 2324674"/>
                <a:gd name="connsiteY28" fmla="*/ 1380062 h 1781430"/>
                <a:gd name="connsiteX29" fmla="*/ 1176148 w 2324674"/>
                <a:gd name="connsiteY29" fmla="*/ 1372169 h 1781430"/>
                <a:gd name="connsiteX30" fmla="*/ 1401063 w 2324674"/>
                <a:gd name="connsiteY30" fmla="*/ 1219243 h 1781430"/>
                <a:gd name="connsiteX31" fmla="*/ 1616726 w 2324674"/>
                <a:gd name="connsiteY31" fmla="*/ 1053432 h 1781430"/>
                <a:gd name="connsiteX32" fmla="*/ 1804684 w 2324674"/>
                <a:gd name="connsiteY32" fmla="*/ 889641 h 1781430"/>
                <a:gd name="connsiteX33" fmla="*/ 1616726 w 2324674"/>
                <a:gd name="connsiteY33" fmla="*/ 725852 h 1781430"/>
                <a:gd name="connsiteX34" fmla="*/ 1401063 w 2324674"/>
                <a:gd name="connsiteY34" fmla="*/ 560040 h 1781430"/>
                <a:gd name="connsiteX35" fmla="*/ 1176148 w 2324674"/>
                <a:gd name="connsiteY35" fmla="*/ 408008 h 1781430"/>
                <a:gd name="connsiteX36" fmla="*/ 2103683 w 2324674"/>
                <a:gd name="connsiteY36" fmla="*/ 21639 h 1781430"/>
                <a:gd name="connsiteX37" fmla="*/ 1787512 w 2324674"/>
                <a:gd name="connsiteY37" fmla="*/ 87404 h 1781430"/>
                <a:gd name="connsiteX38" fmla="*/ 1371612 w 2324674"/>
                <a:gd name="connsiteY38" fmla="*/ 276614 h 1781430"/>
                <a:gd name="connsiteX39" fmla="*/ 1184002 w 2324674"/>
                <a:gd name="connsiteY39" fmla="*/ 387637 h 1781430"/>
                <a:gd name="connsiteX40" fmla="*/ 1187465 w 2324674"/>
                <a:gd name="connsiteY40" fmla="*/ 389681 h 1781430"/>
                <a:gd name="connsiteX41" fmla="*/ 1413529 w 2324674"/>
                <a:gd name="connsiteY41" fmla="*/ 542627 h 1781430"/>
                <a:gd name="connsiteX42" fmla="*/ 1630868 w 2324674"/>
                <a:gd name="connsiteY42" fmla="*/ 709391 h 1781430"/>
                <a:gd name="connsiteX43" fmla="*/ 1820647 w 2324674"/>
                <a:gd name="connsiteY43" fmla="*/ 874588 h 1781430"/>
                <a:gd name="connsiteX44" fmla="*/ 1981671 w 2324674"/>
                <a:gd name="connsiteY44" fmla="*/ 713414 h 1781430"/>
                <a:gd name="connsiteX45" fmla="*/ 2121603 w 2324674"/>
                <a:gd name="connsiteY45" fmla="*/ 547602 h 1781430"/>
                <a:gd name="connsiteX46" fmla="*/ 2278675 w 2324674"/>
                <a:gd name="connsiteY46" fmla="*/ 83673 h 1781430"/>
                <a:gd name="connsiteX47" fmla="*/ 2103683 w 2324674"/>
                <a:gd name="connsiteY47" fmla="*/ 21639 h 1781430"/>
                <a:gd name="connsiteX48" fmla="*/ 218032 w 2324674"/>
                <a:gd name="connsiteY48" fmla="*/ 21484 h 1781430"/>
                <a:gd name="connsiteX49" fmla="*/ 46000 w 2324674"/>
                <a:gd name="connsiteY49" fmla="*/ 83673 h 1781430"/>
                <a:gd name="connsiteX50" fmla="*/ 203073 w 2324674"/>
                <a:gd name="connsiteY50" fmla="*/ 547602 h 1781430"/>
                <a:gd name="connsiteX51" fmla="*/ 343024 w 2324674"/>
                <a:gd name="connsiteY51" fmla="*/ 713414 h 1781430"/>
                <a:gd name="connsiteX52" fmla="*/ 504326 w 2324674"/>
                <a:gd name="connsiteY52" fmla="*/ 874737 h 1781430"/>
                <a:gd name="connsiteX53" fmla="*/ 694333 w 2324674"/>
                <a:gd name="connsiteY53" fmla="*/ 709391 h 1781430"/>
                <a:gd name="connsiteX54" fmla="*/ 911146 w 2324674"/>
                <a:gd name="connsiteY54" fmla="*/ 542627 h 1781430"/>
                <a:gd name="connsiteX55" fmla="*/ 1137737 w 2324674"/>
                <a:gd name="connsiteY55" fmla="*/ 389681 h 1781430"/>
                <a:gd name="connsiteX56" fmla="*/ 1141429 w 2324674"/>
                <a:gd name="connsiteY56" fmla="*/ 387501 h 1781430"/>
                <a:gd name="connsiteX57" fmla="*/ 953687 w 2324674"/>
                <a:gd name="connsiteY57" fmla="*/ 276614 h 1781430"/>
                <a:gd name="connsiteX58" fmla="*/ 537164 w 2324674"/>
                <a:gd name="connsiteY58" fmla="*/ 87404 h 1781430"/>
                <a:gd name="connsiteX59" fmla="*/ 218032 w 2324674"/>
                <a:gd name="connsiteY59" fmla="*/ 21484 h 1781430"/>
                <a:gd name="connsiteX60" fmla="*/ 213045 w 2324674"/>
                <a:gd name="connsiteY60" fmla="*/ 29 h 1781430"/>
                <a:gd name="connsiteX61" fmla="*/ 543397 w 2324674"/>
                <a:gd name="connsiteY61" fmla="*/ 67504 h 1781430"/>
                <a:gd name="connsiteX62" fmla="*/ 963504 w 2324674"/>
                <a:gd name="connsiteY62" fmla="*/ 257491 h 1781430"/>
                <a:gd name="connsiteX63" fmla="*/ 1162597 w 2324674"/>
                <a:gd name="connsiteY63" fmla="*/ 375004 h 1781430"/>
                <a:gd name="connsiteX64" fmla="*/ 1361639 w 2324674"/>
                <a:gd name="connsiteY64" fmla="*/ 257491 h 1781430"/>
                <a:gd name="connsiteX65" fmla="*/ 1781279 w 2324674"/>
                <a:gd name="connsiteY65" fmla="*/ 67504 h 1781430"/>
                <a:gd name="connsiteX66" fmla="*/ 2296128 w 2324674"/>
                <a:gd name="connsiteY66" fmla="*/ 72479 h 1781430"/>
                <a:gd name="connsiteX67" fmla="*/ 2140302 w 2324674"/>
                <a:gd name="connsiteY67" fmla="*/ 561284 h 1781430"/>
                <a:gd name="connsiteX68" fmla="*/ 1998695 w 2324674"/>
                <a:gd name="connsiteY68" fmla="*/ 728028 h 1781430"/>
                <a:gd name="connsiteX69" fmla="*/ 1836663 w 2324674"/>
                <a:gd name="connsiteY69" fmla="*/ 889729 h 1781430"/>
                <a:gd name="connsiteX70" fmla="*/ 1998695 w 2324674"/>
                <a:gd name="connsiteY70" fmla="*/ 1051780 h 1781430"/>
                <a:gd name="connsiteX71" fmla="*/ 2140302 w 2324674"/>
                <a:gd name="connsiteY71" fmla="*/ 1219243 h 1781430"/>
                <a:gd name="connsiteX72" fmla="*/ 2296128 w 2324674"/>
                <a:gd name="connsiteY72" fmla="*/ 1708047 h 1781430"/>
                <a:gd name="connsiteX73" fmla="*/ 2106643 w 2324674"/>
                <a:gd name="connsiteY73" fmla="*/ 1781430 h 1781430"/>
                <a:gd name="connsiteX74" fmla="*/ 1781279 w 2324674"/>
                <a:gd name="connsiteY74" fmla="*/ 1714266 h 1781430"/>
                <a:gd name="connsiteX75" fmla="*/ 1361639 w 2324674"/>
                <a:gd name="connsiteY75" fmla="*/ 1523036 h 1781430"/>
                <a:gd name="connsiteX76" fmla="*/ 1162597 w 2324674"/>
                <a:gd name="connsiteY76" fmla="*/ 1405074 h 1781430"/>
                <a:gd name="connsiteX77" fmla="*/ 963504 w 2324674"/>
                <a:gd name="connsiteY77" fmla="*/ 1523036 h 1781430"/>
                <a:gd name="connsiteX78" fmla="*/ 543397 w 2324674"/>
                <a:gd name="connsiteY78" fmla="*/ 1714266 h 1781430"/>
                <a:gd name="connsiteX79" fmla="*/ 218032 w 2324674"/>
                <a:gd name="connsiteY79" fmla="*/ 1781430 h 1781430"/>
                <a:gd name="connsiteX80" fmla="*/ 28547 w 2324674"/>
                <a:gd name="connsiteY80" fmla="*/ 1708047 h 1781430"/>
                <a:gd name="connsiteX81" fmla="*/ 184373 w 2324674"/>
                <a:gd name="connsiteY81" fmla="*/ 1219243 h 1781430"/>
                <a:gd name="connsiteX82" fmla="*/ 326155 w 2324674"/>
                <a:gd name="connsiteY82" fmla="*/ 1051780 h 1781430"/>
                <a:gd name="connsiteX83" fmla="*/ 488464 w 2324674"/>
                <a:gd name="connsiteY83" fmla="*/ 889729 h 1781430"/>
                <a:gd name="connsiteX84" fmla="*/ 326155 w 2324674"/>
                <a:gd name="connsiteY84" fmla="*/ 728028 h 1781430"/>
                <a:gd name="connsiteX85" fmla="*/ 184373 w 2324674"/>
                <a:gd name="connsiteY85" fmla="*/ 561284 h 1781430"/>
                <a:gd name="connsiteX86" fmla="*/ 28547 w 2324674"/>
                <a:gd name="connsiteY86" fmla="*/ 72479 h 1781430"/>
                <a:gd name="connsiteX87" fmla="*/ 213045 w 2324674"/>
                <a:gd name="connsiteY87" fmla="*/ 29 h 178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324674" h="1781430">
                  <a:moveTo>
                    <a:pt x="1820728" y="904776"/>
                  </a:moveTo>
                  <a:lnTo>
                    <a:pt x="1630868" y="1069911"/>
                  </a:lnTo>
                  <a:cubicBezTo>
                    <a:pt x="1561642" y="1126426"/>
                    <a:pt x="1488949" y="1182240"/>
                    <a:pt x="1413529" y="1236655"/>
                  </a:cubicBezTo>
                  <a:cubicBezTo>
                    <a:pt x="1338421" y="1291071"/>
                    <a:pt x="1262768" y="1342454"/>
                    <a:pt x="1187465" y="1390340"/>
                  </a:cubicBezTo>
                  <a:lnTo>
                    <a:pt x="1183791" y="1392516"/>
                  </a:lnTo>
                  <a:lnTo>
                    <a:pt x="1371612" y="1504224"/>
                  </a:lnTo>
                  <a:cubicBezTo>
                    <a:pt x="1517621" y="1584603"/>
                    <a:pt x="1658488" y="1648968"/>
                    <a:pt x="1787512" y="1693122"/>
                  </a:cubicBezTo>
                  <a:cubicBezTo>
                    <a:pt x="2038080" y="1780187"/>
                    <a:pt x="2216345" y="1781430"/>
                    <a:pt x="2278675" y="1696853"/>
                  </a:cubicBezTo>
                  <a:cubicBezTo>
                    <a:pt x="2341006" y="1611033"/>
                    <a:pt x="2283662" y="1441879"/>
                    <a:pt x="2121603" y="1231680"/>
                  </a:cubicBezTo>
                  <a:cubicBezTo>
                    <a:pt x="2080465" y="1177576"/>
                    <a:pt x="2033561" y="1122072"/>
                    <a:pt x="1981671" y="1065869"/>
                  </a:cubicBezTo>
                  <a:close/>
                  <a:moveTo>
                    <a:pt x="504245" y="904627"/>
                  </a:moveTo>
                  <a:lnTo>
                    <a:pt x="343024" y="1065869"/>
                  </a:lnTo>
                  <a:cubicBezTo>
                    <a:pt x="291115" y="1122072"/>
                    <a:pt x="244211" y="1177576"/>
                    <a:pt x="203073" y="1231680"/>
                  </a:cubicBezTo>
                  <a:cubicBezTo>
                    <a:pt x="41014" y="1441879"/>
                    <a:pt x="-16330" y="1611033"/>
                    <a:pt x="46000" y="1696853"/>
                  </a:cubicBezTo>
                  <a:cubicBezTo>
                    <a:pt x="108330" y="1781430"/>
                    <a:pt x="286595" y="1780187"/>
                    <a:pt x="537164" y="1693122"/>
                  </a:cubicBezTo>
                  <a:cubicBezTo>
                    <a:pt x="666188" y="1648968"/>
                    <a:pt x="807366" y="1584603"/>
                    <a:pt x="953687" y="1504224"/>
                  </a:cubicBezTo>
                  <a:lnTo>
                    <a:pt x="1141640" y="1392653"/>
                  </a:lnTo>
                  <a:lnTo>
                    <a:pt x="1137737" y="1390340"/>
                  </a:lnTo>
                  <a:cubicBezTo>
                    <a:pt x="1062375" y="1342454"/>
                    <a:pt x="986566" y="1291071"/>
                    <a:pt x="911146" y="1236655"/>
                  </a:cubicBezTo>
                  <a:cubicBezTo>
                    <a:pt x="836038" y="1182240"/>
                    <a:pt x="763501" y="1126426"/>
                    <a:pt x="694333" y="1069911"/>
                  </a:cubicBezTo>
                  <a:close/>
                  <a:moveTo>
                    <a:pt x="1162851" y="400154"/>
                  </a:moveTo>
                  <a:lnTo>
                    <a:pt x="1149580" y="408008"/>
                  </a:lnTo>
                  <a:cubicBezTo>
                    <a:pt x="1074842" y="455407"/>
                    <a:pt x="999656" y="506247"/>
                    <a:pt x="924859" y="560040"/>
                  </a:cubicBezTo>
                  <a:cubicBezTo>
                    <a:pt x="849751" y="614145"/>
                    <a:pt x="777370" y="669648"/>
                    <a:pt x="708475" y="725852"/>
                  </a:cubicBezTo>
                  <a:lnTo>
                    <a:pt x="520161" y="889641"/>
                  </a:lnTo>
                  <a:lnTo>
                    <a:pt x="708475" y="1053432"/>
                  </a:lnTo>
                  <a:cubicBezTo>
                    <a:pt x="777370" y="1109635"/>
                    <a:pt x="849751" y="1165138"/>
                    <a:pt x="924859" y="1219243"/>
                  </a:cubicBezTo>
                  <a:cubicBezTo>
                    <a:pt x="999656" y="1273347"/>
                    <a:pt x="1074842" y="1324498"/>
                    <a:pt x="1149580" y="1372169"/>
                  </a:cubicBezTo>
                  <a:lnTo>
                    <a:pt x="1162851" y="1380062"/>
                  </a:lnTo>
                  <a:lnTo>
                    <a:pt x="1176148" y="1372169"/>
                  </a:lnTo>
                  <a:cubicBezTo>
                    <a:pt x="1251003" y="1324498"/>
                    <a:pt x="1326267" y="1273347"/>
                    <a:pt x="1401063" y="1219243"/>
                  </a:cubicBezTo>
                  <a:cubicBezTo>
                    <a:pt x="1475859" y="1165138"/>
                    <a:pt x="1548007" y="1109635"/>
                    <a:pt x="1616726" y="1053432"/>
                  </a:cubicBezTo>
                  <a:lnTo>
                    <a:pt x="1804684" y="889641"/>
                  </a:lnTo>
                  <a:lnTo>
                    <a:pt x="1616726" y="725852"/>
                  </a:lnTo>
                  <a:cubicBezTo>
                    <a:pt x="1548007" y="669648"/>
                    <a:pt x="1475859" y="614145"/>
                    <a:pt x="1401063" y="560040"/>
                  </a:cubicBezTo>
                  <a:cubicBezTo>
                    <a:pt x="1326267" y="506247"/>
                    <a:pt x="1251003" y="455407"/>
                    <a:pt x="1176148" y="408008"/>
                  </a:cubicBezTo>
                  <a:close/>
                  <a:moveTo>
                    <a:pt x="2103683" y="21639"/>
                  </a:moveTo>
                  <a:cubicBezTo>
                    <a:pt x="2020004" y="22106"/>
                    <a:pt x="1912796" y="43872"/>
                    <a:pt x="1787512" y="87404"/>
                  </a:cubicBezTo>
                  <a:cubicBezTo>
                    <a:pt x="1658488" y="132180"/>
                    <a:pt x="1517621" y="196546"/>
                    <a:pt x="1371612" y="276614"/>
                  </a:cubicBezTo>
                  <a:lnTo>
                    <a:pt x="1184002" y="387637"/>
                  </a:lnTo>
                  <a:lnTo>
                    <a:pt x="1187465" y="389681"/>
                  </a:lnTo>
                  <a:cubicBezTo>
                    <a:pt x="1262768" y="437372"/>
                    <a:pt x="1338421" y="488523"/>
                    <a:pt x="1413529" y="542627"/>
                  </a:cubicBezTo>
                  <a:cubicBezTo>
                    <a:pt x="1488949" y="597043"/>
                    <a:pt x="1561642" y="652857"/>
                    <a:pt x="1630868" y="709391"/>
                  </a:cubicBezTo>
                  <a:lnTo>
                    <a:pt x="1820647" y="874588"/>
                  </a:lnTo>
                  <a:lnTo>
                    <a:pt x="1981671" y="713414"/>
                  </a:lnTo>
                  <a:cubicBezTo>
                    <a:pt x="2033561" y="657210"/>
                    <a:pt x="2080465" y="601707"/>
                    <a:pt x="2121603" y="547602"/>
                  </a:cubicBezTo>
                  <a:cubicBezTo>
                    <a:pt x="2283662" y="338648"/>
                    <a:pt x="2341006" y="169494"/>
                    <a:pt x="2278675" y="83673"/>
                  </a:cubicBezTo>
                  <a:cubicBezTo>
                    <a:pt x="2247510" y="42006"/>
                    <a:pt x="2187361" y="21173"/>
                    <a:pt x="2103683" y="21639"/>
                  </a:cubicBezTo>
                  <a:close/>
                  <a:moveTo>
                    <a:pt x="218032" y="21484"/>
                  </a:moveTo>
                  <a:cubicBezTo>
                    <a:pt x="135756" y="21484"/>
                    <a:pt x="75919" y="42628"/>
                    <a:pt x="46000" y="83673"/>
                  </a:cubicBezTo>
                  <a:cubicBezTo>
                    <a:pt x="-16330" y="169494"/>
                    <a:pt x="41014" y="338648"/>
                    <a:pt x="203073" y="547602"/>
                  </a:cubicBezTo>
                  <a:cubicBezTo>
                    <a:pt x="244211" y="601707"/>
                    <a:pt x="291115" y="657210"/>
                    <a:pt x="343024" y="713414"/>
                  </a:cubicBezTo>
                  <a:lnTo>
                    <a:pt x="504326" y="874737"/>
                  </a:lnTo>
                  <a:lnTo>
                    <a:pt x="694333" y="709391"/>
                  </a:lnTo>
                  <a:cubicBezTo>
                    <a:pt x="763501" y="652857"/>
                    <a:pt x="836038" y="597043"/>
                    <a:pt x="911146" y="542627"/>
                  </a:cubicBezTo>
                  <a:cubicBezTo>
                    <a:pt x="986566" y="488523"/>
                    <a:pt x="1062375" y="437372"/>
                    <a:pt x="1137737" y="389681"/>
                  </a:cubicBezTo>
                  <a:lnTo>
                    <a:pt x="1141429" y="387501"/>
                  </a:lnTo>
                  <a:lnTo>
                    <a:pt x="953687" y="276614"/>
                  </a:lnTo>
                  <a:cubicBezTo>
                    <a:pt x="807366" y="196546"/>
                    <a:pt x="666188" y="132180"/>
                    <a:pt x="537164" y="87404"/>
                  </a:cubicBezTo>
                  <a:cubicBezTo>
                    <a:pt x="410010" y="42628"/>
                    <a:pt x="302801" y="21484"/>
                    <a:pt x="218032" y="21484"/>
                  </a:cubicBezTo>
                  <a:close/>
                  <a:moveTo>
                    <a:pt x="213045" y="29"/>
                  </a:moveTo>
                  <a:cubicBezTo>
                    <a:pt x="300308" y="-904"/>
                    <a:pt x="411880" y="21484"/>
                    <a:pt x="543397" y="67504"/>
                  </a:cubicBezTo>
                  <a:cubicBezTo>
                    <a:pt x="673668" y="112280"/>
                    <a:pt x="816093" y="176956"/>
                    <a:pt x="963504" y="257491"/>
                  </a:cubicBezTo>
                  <a:lnTo>
                    <a:pt x="1162597" y="375004"/>
                  </a:lnTo>
                  <a:lnTo>
                    <a:pt x="1361639" y="257491"/>
                  </a:lnTo>
                  <a:cubicBezTo>
                    <a:pt x="1508895" y="176956"/>
                    <a:pt x="1651009" y="112280"/>
                    <a:pt x="1781279" y="67504"/>
                  </a:cubicBezTo>
                  <a:cubicBezTo>
                    <a:pt x="2044313" y="-24536"/>
                    <a:pt x="2227565" y="-22048"/>
                    <a:pt x="2296128" y="72479"/>
                  </a:cubicBezTo>
                  <a:cubicBezTo>
                    <a:pt x="2364691" y="167006"/>
                    <a:pt x="2308594" y="341135"/>
                    <a:pt x="2140302" y="561284"/>
                  </a:cubicBezTo>
                  <a:cubicBezTo>
                    <a:pt x="2098541" y="615699"/>
                    <a:pt x="2051091" y="671514"/>
                    <a:pt x="1998695" y="728028"/>
                  </a:cubicBezTo>
                  <a:lnTo>
                    <a:pt x="1836663" y="889729"/>
                  </a:lnTo>
                  <a:lnTo>
                    <a:pt x="1998695" y="1051780"/>
                  </a:lnTo>
                  <a:cubicBezTo>
                    <a:pt x="2051091" y="1108469"/>
                    <a:pt x="2098541" y="1164517"/>
                    <a:pt x="2140302" y="1219243"/>
                  </a:cubicBezTo>
                  <a:cubicBezTo>
                    <a:pt x="2308594" y="1440635"/>
                    <a:pt x="2364691" y="1614764"/>
                    <a:pt x="2296128" y="1708047"/>
                  </a:cubicBezTo>
                  <a:cubicBezTo>
                    <a:pt x="2261223" y="1756555"/>
                    <a:pt x="2197646" y="1781430"/>
                    <a:pt x="2106643" y="1781430"/>
                  </a:cubicBezTo>
                  <a:cubicBezTo>
                    <a:pt x="2020627" y="1781430"/>
                    <a:pt x="1910926" y="1759042"/>
                    <a:pt x="1781279" y="1714266"/>
                  </a:cubicBezTo>
                  <a:cubicBezTo>
                    <a:pt x="1651009" y="1668869"/>
                    <a:pt x="1508895" y="1603881"/>
                    <a:pt x="1361639" y="1523036"/>
                  </a:cubicBezTo>
                  <a:lnTo>
                    <a:pt x="1162597" y="1405074"/>
                  </a:lnTo>
                  <a:lnTo>
                    <a:pt x="963504" y="1523036"/>
                  </a:lnTo>
                  <a:cubicBezTo>
                    <a:pt x="816093" y="1603881"/>
                    <a:pt x="673668" y="1668869"/>
                    <a:pt x="543397" y="1714266"/>
                  </a:cubicBezTo>
                  <a:cubicBezTo>
                    <a:pt x="413749" y="1759042"/>
                    <a:pt x="304048" y="1781430"/>
                    <a:pt x="218032" y="1781430"/>
                  </a:cubicBezTo>
                  <a:cubicBezTo>
                    <a:pt x="128276" y="1781430"/>
                    <a:pt x="63452" y="1756555"/>
                    <a:pt x="28547" y="1708047"/>
                  </a:cubicBezTo>
                  <a:cubicBezTo>
                    <a:pt x="-40016" y="1614764"/>
                    <a:pt x="16081" y="1440635"/>
                    <a:pt x="184373" y="1219243"/>
                  </a:cubicBezTo>
                  <a:cubicBezTo>
                    <a:pt x="226135" y="1164517"/>
                    <a:pt x="273662" y="1108469"/>
                    <a:pt x="326155" y="1051780"/>
                  </a:cubicBezTo>
                  <a:lnTo>
                    <a:pt x="488464" y="889729"/>
                  </a:lnTo>
                  <a:lnTo>
                    <a:pt x="326155" y="728028"/>
                  </a:lnTo>
                  <a:cubicBezTo>
                    <a:pt x="273662" y="671514"/>
                    <a:pt x="226135" y="615699"/>
                    <a:pt x="184373" y="561284"/>
                  </a:cubicBezTo>
                  <a:cubicBezTo>
                    <a:pt x="16081" y="341135"/>
                    <a:pt x="-40016" y="167006"/>
                    <a:pt x="28547" y="72479"/>
                  </a:cubicBezTo>
                  <a:cubicBezTo>
                    <a:pt x="62829" y="25215"/>
                    <a:pt x="125783" y="962"/>
                    <a:pt x="213045" y="29"/>
                  </a:cubicBez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7" name="Freeform 81">
              <a:extLst>
                <a:ext uri="{FF2B5EF4-FFF2-40B4-BE49-F238E27FC236}">
                  <a16:creationId xmlns:a16="http://schemas.microsoft.com/office/drawing/2014/main" id="{A7688A7F-7454-F140-AE7B-B7DBA10E1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7467" y="6625914"/>
              <a:ext cx="1356781" cy="1356781"/>
            </a:xfrm>
            <a:custGeom>
              <a:avLst/>
              <a:gdLst>
                <a:gd name="T0" fmla="*/ 1086 w 1087"/>
                <a:gd name="T1" fmla="*/ 543 h 1088"/>
                <a:gd name="T2" fmla="*/ 1086 w 1087"/>
                <a:gd name="T3" fmla="*/ 543 h 1088"/>
                <a:gd name="T4" fmla="*/ 544 w 1087"/>
                <a:gd name="T5" fmla="*/ 1087 h 1088"/>
                <a:gd name="T6" fmla="*/ 544 w 1087"/>
                <a:gd name="T7" fmla="*/ 1087 h 1088"/>
                <a:gd name="T8" fmla="*/ 0 w 1087"/>
                <a:gd name="T9" fmla="*/ 543 h 1088"/>
                <a:gd name="T10" fmla="*/ 0 w 1087"/>
                <a:gd name="T11" fmla="*/ 543 h 1088"/>
                <a:gd name="T12" fmla="*/ 544 w 1087"/>
                <a:gd name="T13" fmla="*/ 0 h 1088"/>
                <a:gd name="T14" fmla="*/ 544 w 1087"/>
                <a:gd name="T15" fmla="*/ 0 h 1088"/>
                <a:gd name="T16" fmla="*/ 1086 w 1087"/>
                <a:gd name="T17" fmla="*/ 543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87" h="1088">
                  <a:moveTo>
                    <a:pt x="1086" y="543"/>
                  </a:moveTo>
                  <a:lnTo>
                    <a:pt x="1086" y="543"/>
                  </a:lnTo>
                  <a:cubicBezTo>
                    <a:pt x="1086" y="844"/>
                    <a:pt x="843" y="1087"/>
                    <a:pt x="544" y="1087"/>
                  </a:cubicBezTo>
                  <a:lnTo>
                    <a:pt x="544" y="1087"/>
                  </a:lnTo>
                  <a:cubicBezTo>
                    <a:pt x="243" y="1087"/>
                    <a:pt x="0" y="844"/>
                    <a:pt x="0" y="543"/>
                  </a:cubicBezTo>
                  <a:lnTo>
                    <a:pt x="0" y="543"/>
                  </a:lnTo>
                  <a:cubicBezTo>
                    <a:pt x="0" y="243"/>
                    <a:pt x="243" y="0"/>
                    <a:pt x="544" y="0"/>
                  </a:cubicBezTo>
                  <a:lnTo>
                    <a:pt x="544" y="0"/>
                  </a:lnTo>
                  <a:cubicBezTo>
                    <a:pt x="843" y="0"/>
                    <a:pt x="1086" y="243"/>
                    <a:pt x="1086" y="5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8" name="Freeform 82">
              <a:extLst>
                <a:ext uri="{FF2B5EF4-FFF2-40B4-BE49-F238E27FC236}">
                  <a16:creationId xmlns:a16="http://schemas.microsoft.com/office/drawing/2014/main" id="{C97A6D50-39DA-994C-90A8-38891BAC8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8309" y="6351265"/>
              <a:ext cx="1900594" cy="1900594"/>
            </a:xfrm>
            <a:custGeom>
              <a:avLst/>
              <a:gdLst>
                <a:gd name="T0" fmla="*/ 762 w 1524"/>
                <a:gd name="T1" fmla="*/ 1251 h 1524"/>
                <a:gd name="T2" fmla="*/ 272 w 1524"/>
                <a:gd name="T3" fmla="*/ 761 h 1524"/>
                <a:gd name="T4" fmla="*/ 762 w 1524"/>
                <a:gd name="T5" fmla="*/ 272 h 1524"/>
                <a:gd name="T6" fmla="*/ 1251 w 1524"/>
                <a:gd name="T7" fmla="*/ 761 h 1524"/>
                <a:gd name="T8" fmla="*/ 839 w 1524"/>
                <a:gd name="T9" fmla="*/ 0 h 1524"/>
                <a:gd name="T10" fmla="*/ 685 w 1524"/>
                <a:gd name="T11" fmla="*/ 139 h 1524"/>
                <a:gd name="T12" fmla="*/ 598 w 1524"/>
                <a:gd name="T13" fmla="*/ 156 h 1524"/>
                <a:gd name="T14" fmla="*/ 403 w 1524"/>
                <a:gd name="T15" fmla="*/ 85 h 1524"/>
                <a:gd name="T16" fmla="*/ 456 w 1524"/>
                <a:gd name="T17" fmla="*/ 214 h 1524"/>
                <a:gd name="T18" fmla="*/ 277 w 1524"/>
                <a:gd name="T19" fmla="*/ 169 h 1524"/>
                <a:gd name="T20" fmla="*/ 267 w 1524"/>
                <a:gd name="T21" fmla="*/ 376 h 1524"/>
                <a:gd name="T22" fmla="*/ 217 w 1524"/>
                <a:gd name="T23" fmla="*/ 449 h 1524"/>
                <a:gd name="T24" fmla="*/ 30 w 1524"/>
                <a:gd name="T25" fmla="*/ 536 h 1524"/>
                <a:gd name="T26" fmla="*/ 158 w 1524"/>
                <a:gd name="T27" fmla="*/ 590 h 1524"/>
                <a:gd name="T28" fmla="*/ 0 w 1524"/>
                <a:gd name="T29" fmla="*/ 684 h 1524"/>
                <a:gd name="T30" fmla="*/ 139 w 1524"/>
                <a:gd name="T31" fmla="*/ 838 h 1524"/>
                <a:gd name="T32" fmla="*/ 156 w 1524"/>
                <a:gd name="T33" fmla="*/ 925 h 1524"/>
                <a:gd name="T34" fmla="*/ 85 w 1524"/>
                <a:gd name="T35" fmla="*/ 1120 h 1524"/>
                <a:gd name="T36" fmla="*/ 214 w 1524"/>
                <a:gd name="T37" fmla="*/ 1067 h 1524"/>
                <a:gd name="T38" fmla="*/ 169 w 1524"/>
                <a:gd name="T39" fmla="*/ 1246 h 1524"/>
                <a:gd name="T40" fmla="*/ 376 w 1524"/>
                <a:gd name="T41" fmla="*/ 1256 h 1524"/>
                <a:gd name="T42" fmla="*/ 450 w 1524"/>
                <a:gd name="T43" fmla="*/ 1306 h 1524"/>
                <a:gd name="T44" fmla="*/ 537 w 1524"/>
                <a:gd name="T45" fmla="*/ 1493 h 1524"/>
                <a:gd name="T46" fmla="*/ 591 w 1524"/>
                <a:gd name="T47" fmla="*/ 1365 h 1524"/>
                <a:gd name="T48" fmla="*/ 685 w 1524"/>
                <a:gd name="T49" fmla="*/ 1523 h 1524"/>
                <a:gd name="T50" fmla="*/ 839 w 1524"/>
                <a:gd name="T51" fmla="*/ 1384 h 1524"/>
                <a:gd name="T52" fmla="*/ 925 w 1524"/>
                <a:gd name="T53" fmla="*/ 1367 h 1524"/>
                <a:gd name="T54" fmla="*/ 1119 w 1524"/>
                <a:gd name="T55" fmla="*/ 1438 h 1524"/>
                <a:gd name="T56" fmla="*/ 1067 w 1524"/>
                <a:gd name="T57" fmla="*/ 1309 h 1524"/>
                <a:gd name="T58" fmla="*/ 1245 w 1524"/>
                <a:gd name="T59" fmla="*/ 1354 h 1524"/>
                <a:gd name="T60" fmla="*/ 1256 w 1524"/>
                <a:gd name="T61" fmla="*/ 1147 h 1524"/>
                <a:gd name="T62" fmla="*/ 1306 w 1524"/>
                <a:gd name="T63" fmla="*/ 1073 h 1524"/>
                <a:gd name="T64" fmla="*/ 1493 w 1524"/>
                <a:gd name="T65" fmla="*/ 986 h 1524"/>
                <a:gd name="T66" fmla="*/ 1365 w 1524"/>
                <a:gd name="T67" fmla="*/ 932 h 1524"/>
                <a:gd name="T68" fmla="*/ 1523 w 1524"/>
                <a:gd name="T69" fmla="*/ 838 h 1524"/>
                <a:gd name="T70" fmla="*/ 1384 w 1524"/>
                <a:gd name="T71" fmla="*/ 684 h 1524"/>
                <a:gd name="T72" fmla="*/ 1367 w 1524"/>
                <a:gd name="T73" fmla="*/ 597 h 1524"/>
                <a:gd name="T74" fmla="*/ 1437 w 1524"/>
                <a:gd name="T75" fmla="*/ 403 h 1524"/>
                <a:gd name="T76" fmla="*/ 1309 w 1524"/>
                <a:gd name="T77" fmla="*/ 455 h 1524"/>
                <a:gd name="T78" fmla="*/ 1354 w 1524"/>
                <a:gd name="T79" fmla="*/ 278 h 1524"/>
                <a:gd name="T80" fmla="*/ 1147 w 1524"/>
                <a:gd name="T81" fmla="*/ 268 h 1524"/>
                <a:gd name="T82" fmla="*/ 1073 w 1524"/>
                <a:gd name="T83" fmla="*/ 217 h 1524"/>
                <a:gd name="T84" fmla="*/ 986 w 1524"/>
                <a:gd name="T85" fmla="*/ 30 h 1524"/>
                <a:gd name="T86" fmla="*/ 932 w 1524"/>
                <a:gd name="T87" fmla="*/ 158 h 1524"/>
                <a:gd name="T88" fmla="*/ 839 w 1524"/>
                <a:gd name="T89" fmla="*/ 0 h 1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24" h="1524">
                  <a:moveTo>
                    <a:pt x="762" y="1251"/>
                  </a:moveTo>
                  <a:lnTo>
                    <a:pt x="762" y="1251"/>
                  </a:lnTo>
                  <a:cubicBezTo>
                    <a:pt x="491" y="1251"/>
                    <a:pt x="272" y="1031"/>
                    <a:pt x="272" y="761"/>
                  </a:cubicBezTo>
                  <a:lnTo>
                    <a:pt x="272" y="761"/>
                  </a:lnTo>
                  <a:cubicBezTo>
                    <a:pt x="272" y="491"/>
                    <a:pt x="491" y="272"/>
                    <a:pt x="762" y="272"/>
                  </a:cubicBezTo>
                  <a:lnTo>
                    <a:pt x="762" y="272"/>
                  </a:lnTo>
                  <a:cubicBezTo>
                    <a:pt x="1031" y="272"/>
                    <a:pt x="1251" y="491"/>
                    <a:pt x="1251" y="761"/>
                  </a:cubicBezTo>
                  <a:lnTo>
                    <a:pt x="1251" y="761"/>
                  </a:lnTo>
                  <a:cubicBezTo>
                    <a:pt x="1251" y="1031"/>
                    <a:pt x="1031" y="1251"/>
                    <a:pt x="762" y="1251"/>
                  </a:cubicBezTo>
                  <a:close/>
                  <a:moveTo>
                    <a:pt x="839" y="0"/>
                  </a:moveTo>
                  <a:lnTo>
                    <a:pt x="685" y="0"/>
                  </a:lnTo>
                  <a:lnTo>
                    <a:pt x="685" y="139"/>
                  </a:lnTo>
                  <a:lnTo>
                    <a:pt x="685" y="139"/>
                  </a:lnTo>
                  <a:cubicBezTo>
                    <a:pt x="655" y="143"/>
                    <a:pt x="626" y="148"/>
                    <a:pt x="598" y="156"/>
                  </a:cubicBezTo>
                  <a:lnTo>
                    <a:pt x="545" y="28"/>
                  </a:lnTo>
                  <a:lnTo>
                    <a:pt x="403" y="85"/>
                  </a:lnTo>
                  <a:lnTo>
                    <a:pt x="456" y="214"/>
                  </a:lnTo>
                  <a:lnTo>
                    <a:pt x="456" y="214"/>
                  </a:lnTo>
                  <a:cubicBezTo>
                    <a:pt x="428" y="230"/>
                    <a:pt x="401" y="247"/>
                    <a:pt x="376" y="268"/>
                  </a:cubicBezTo>
                  <a:lnTo>
                    <a:pt x="277" y="169"/>
                  </a:lnTo>
                  <a:lnTo>
                    <a:pt x="169" y="278"/>
                  </a:lnTo>
                  <a:lnTo>
                    <a:pt x="267" y="376"/>
                  </a:lnTo>
                  <a:lnTo>
                    <a:pt x="267" y="376"/>
                  </a:lnTo>
                  <a:cubicBezTo>
                    <a:pt x="248" y="399"/>
                    <a:pt x="232" y="424"/>
                    <a:pt x="217" y="449"/>
                  </a:cubicBezTo>
                  <a:lnTo>
                    <a:pt x="90" y="396"/>
                  </a:lnTo>
                  <a:lnTo>
                    <a:pt x="30" y="536"/>
                  </a:lnTo>
                  <a:lnTo>
                    <a:pt x="158" y="590"/>
                  </a:lnTo>
                  <a:lnTo>
                    <a:pt x="158" y="590"/>
                  </a:lnTo>
                  <a:cubicBezTo>
                    <a:pt x="149" y="621"/>
                    <a:pt x="143" y="652"/>
                    <a:pt x="139" y="684"/>
                  </a:cubicBezTo>
                  <a:lnTo>
                    <a:pt x="0" y="684"/>
                  </a:lnTo>
                  <a:lnTo>
                    <a:pt x="0" y="838"/>
                  </a:lnTo>
                  <a:lnTo>
                    <a:pt x="139" y="838"/>
                  </a:lnTo>
                  <a:lnTo>
                    <a:pt x="139" y="838"/>
                  </a:lnTo>
                  <a:cubicBezTo>
                    <a:pt x="143" y="868"/>
                    <a:pt x="148" y="897"/>
                    <a:pt x="156" y="925"/>
                  </a:cubicBezTo>
                  <a:lnTo>
                    <a:pt x="27" y="977"/>
                  </a:lnTo>
                  <a:lnTo>
                    <a:pt x="85" y="1120"/>
                  </a:lnTo>
                  <a:lnTo>
                    <a:pt x="214" y="1067"/>
                  </a:lnTo>
                  <a:lnTo>
                    <a:pt x="214" y="1067"/>
                  </a:lnTo>
                  <a:cubicBezTo>
                    <a:pt x="230" y="1095"/>
                    <a:pt x="247" y="1122"/>
                    <a:pt x="267" y="1147"/>
                  </a:cubicBezTo>
                  <a:lnTo>
                    <a:pt x="169" y="1246"/>
                  </a:lnTo>
                  <a:lnTo>
                    <a:pt x="277" y="1354"/>
                  </a:lnTo>
                  <a:lnTo>
                    <a:pt x="376" y="1256"/>
                  </a:lnTo>
                  <a:lnTo>
                    <a:pt x="376" y="1256"/>
                  </a:lnTo>
                  <a:cubicBezTo>
                    <a:pt x="399" y="1274"/>
                    <a:pt x="424" y="1290"/>
                    <a:pt x="450" y="1306"/>
                  </a:cubicBezTo>
                  <a:lnTo>
                    <a:pt x="396" y="1433"/>
                  </a:lnTo>
                  <a:lnTo>
                    <a:pt x="537" y="1493"/>
                  </a:lnTo>
                  <a:lnTo>
                    <a:pt x="591" y="1365"/>
                  </a:lnTo>
                  <a:lnTo>
                    <a:pt x="591" y="1365"/>
                  </a:lnTo>
                  <a:cubicBezTo>
                    <a:pt x="621" y="1374"/>
                    <a:pt x="653" y="1380"/>
                    <a:pt x="685" y="1384"/>
                  </a:cubicBezTo>
                  <a:lnTo>
                    <a:pt x="685" y="1523"/>
                  </a:lnTo>
                  <a:lnTo>
                    <a:pt x="839" y="1523"/>
                  </a:lnTo>
                  <a:lnTo>
                    <a:pt x="839" y="1384"/>
                  </a:lnTo>
                  <a:lnTo>
                    <a:pt x="839" y="1384"/>
                  </a:lnTo>
                  <a:cubicBezTo>
                    <a:pt x="868" y="1380"/>
                    <a:pt x="897" y="1375"/>
                    <a:pt x="925" y="1367"/>
                  </a:cubicBezTo>
                  <a:lnTo>
                    <a:pt x="977" y="1495"/>
                  </a:lnTo>
                  <a:lnTo>
                    <a:pt x="1119" y="1438"/>
                  </a:lnTo>
                  <a:lnTo>
                    <a:pt x="1067" y="1309"/>
                  </a:lnTo>
                  <a:lnTo>
                    <a:pt x="1067" y="1309"/>
                  </a:lnTo>
                  <a:cubicBezTo>
                    <a:pt x="1095" y="1294"/>
                    <a:pt x="1122" y="1276"/>
                    <a:pt x="1147" y="1256"/>
                  </a:cubicBezTo>
                  <a:lnTo>
                    <a:pt x="1245" y="1354"/>
                  </a:lnTo>
                  <a:lnTo>
                    <a:pt x="1354" y="1246"/>
                  </a:lnTo>
                  <a:lnTo>
                    <a:pt x="1256" y="1147"/>
                  </a:lnTo>
                  <a:lnTo>
                    <a:pt x="1256" y="1147"/>
                  </a:lnTo>
                  <a:cubicBezTo>
                    <a:pt x="1274" y="1124"/>
                    <a:pt x="1290" y="1099"/>
                    <a:pt x="1306" y="1073"/>
                  </a:cubicBezTo>
                  <a:lnTo>
                    <a:pt x="1433" y="1127"/>
                  </a:lnTo>
                  <a:lnTo>
                    <a:pt x="1493" y="986"/>
                  </a:lnTo>
                  <a:lnTo>
                    <a:pt x="1365" y="932"/>
                  </a:lnTo>
                  <a:lnTo>
                    <a:pt x="1365" y="932"/>
                  </a:lnTo>
                  <a:cubicBezTo>
                    <a:pt x="1373" y="901"/>
                    <a:pt x="1380" y="870"/>
                    <a:pt x="1384" y="838"/>
                  </a:cubicBezTo>
                  <a:lnTo>
                    <a:pt x="1523" y="838"/>
                  </a:lnTo>
                  <a:lnTo>
                    <a:pt x="1523" y="684"/>
                  </a:lnTo>
                  <a:lnTo>
                    <a:pt x="1384" y="684"/>
                  </a:lnTo>
                  <a:lnTo>
                    <a:pt x="1384" y="684"/>
                  </a:lnTo>
                  <a:cubicBezTo>
                    <a:pt x="1380" y="654"/>
                    <a:pt x="1375" y="625"/>
                    <a:pt x="1367" y="597"/>
                  </a:cubicBezTo>
                  <a:lnTo>
                    <a:pt x="1495" y="544"/>
                  </a:lnTo>
                  <a:lnTo>
                    <a:pt x="1437" y="403"/>
                  </a:lnTo>
                  <a:lnTo>
                    <a:pt x="1309" y="455"/>
                  </a:lnTo>
                  <a:lnTo>
                    <a:pt x="1309" y="455"/>
                  </a:lnTo>
                  <a:cubicBezTo>
                    <a:pt x="1293" y="428"/>
                    <a:pt x="1275" y="401"/>
                    <a:pt x="1256" y="376"/>
                  </a:cubicBezTo>
                  <a:lnTo>
                    <a:pt x="1354" y="278"/>
                  </a:lnTo>
                  <a:lnTo>
                    <a:pt x="1245" y="169"/>
                  </a:lnTo>
                  <a:lnTo>
                    <a:pt x="1147" y="268"/>
                  </a:lnTo>
                  <a:lnTo>
                    <a:pt x="1147" y="268"/>
                  </a:lnTo>
                  <a:cubicBezTo>
                    <a:pt x="1124" y="249"/>
                    <a:pt x="1099" y="232"/>
                    <a:pt x="1073" y="217"/>
                  </a:cubicBezTo>
                  <a:lnTo>
                    <a:pt x="1127" y="90"/>
                  </a:lnTo>
                  <a:lnTo>
                    <a:pt x="986" y="30"/>
                  </a:lnTo>
                  <a:lnTo>
                    <a:pt x="932" y="158"/>
                  </a:lnTo>
                  <a:lnTo>
                    <a:pt x="932" y="158"/>
                  </a:lnTo>
                  <a:cubicBezTo>
                    <a:pt x="902" y="150"/>
                    <a:pt x="871" y="143"/>
                    <a:pt x="839" y="139"/>
                  </a:cubicBezTo>
                  <a:lnTo>
                    <a:pt x="839" y="0"/>
                  </a:lnTo>
                  <a:close/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49" name="Freeform 83">
              <a:extLst>
                <a:ext uri="{FF2B5EF4-FFF2-40B4-BE49-F238E27FC236}">
                  <a16:creationId xmlns:a16="http://schemas.microsoft.com/office/drawing/2014/main" id="{E0E1E74D-4E11-B84C-9D21-B54D69B21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6911" y="6840141"/>
              <a:ext cx="455921" cy="510855"/>
            </a:xfrm>
            <a:custGeom>
              <a:avLst/>
              <a:gdLst>
                <a:gd name="T0" fmla="*/ 68 w 364"/>
                <a:gd name="T1" fmla="*/ 340 h 410"/>
                <a:gd name="T2" fmla="*/ 296 w 364"/>
                <a:gd name="T3" fmla="*/ 340 h 410"/>
                <a:gd name="T4" fmla="*/ 296 w 364"/>
                <a:gd name="T5" fmla="*/ 91 h 410"/>
                <a:gd name="T6" fmla="*/ 296 w 364"/>
                <a:gd name="T7" fmla="*/ 91 h 410"/>
                <a:gd name="T8" fmla="*/ 273 w 364"/>
                <a:gd name="T9" fmla="*/ 68 h 410"/>
                <a:gd name="T10" fmla="*/ 91 w 364"/>
                <a:gd name="T11" fmla="*/ 68 h 410"/>
                <a:gd name="T12" fmla="*/ 91 w 364"/>
                <a:gd name="T13" fmla="*/ 68 h 410"/>
                <a:gd name="T14" fmla="*/ 68 w 364"/>
                <a:gd name="T15" fmla="*/ 91 h 410"/>
                <a:gd name="T16" fmla="*/ 68 w 364"/>
                <a:gd name="T17" fmla="*/ 340 h 410"/>
                <a:gd name="T18" fmla="*/ 363 w 364"/>
                <a:gd name="T19" fmla="*/ 409 h 410"/>
                <a:gd name="T20" fmla="*/ 0 w 364"/>
                <a:gd name="T21" fmla="*/ 409 h 410"/>
                <a:gd name="T22" fmla="*/ 0 w 364"/>
                <a:gd name="T23" fmla="*/ 91 h 410"/>
                <a:gd name="T24" fmla="*/ 0 w 364"/>
                <a:gd name="T25" fmla="*/ 91 h 410"/>
                <a:gd name="T26" fmla="*/ 91 w 364"/>
                <a:gd name="T27" fmla="*/ 0 h 410"/>
                <a:gd name="T28" fmla="*/ 273 w 364"/>
                <a:gd name="T29" fmla="*/ 0 h 410"/>
                <a:gd name="T30" fmla="*/ 273 w 364"/>
                <a:gd name="T31" fmla="*/ 0 h 410"/>
                <a:gd name="T32" fmla="*/ 363 w 364"/>
                <a:gd name="T33" fmla="*/ 91 h 410"/>
                <a:gd name="T34" fmla="*/ 363 w 364"/>
                <a:gd name="T35" fmla="*/ 409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4" h="410">
                  <a:moveTo>
                    <a:pt x="68" y="340"/>
                  </a:moveTo>
                  <a:lnTo>
                    <a:pt x="296" y="340"/>
                  </a:lnTo>
                  <a:lnTo>
                    <a:pt x="296" y="91"/>
                  </a:lnTo>
                  <a:lnTo>
                    <a:pt x="296" y="91"/>
                  </a:lnTo>
                  <a:cubicBezTo>
                    <a:pt x="296" y="78"/>
                    <a:pt x="285" y="68"/>
                    <a:pt x="273" y="68"/>
                  </a:cubicBezTo>
                  <a:lnTo>
                    <a:pt x="91" y="68"/>
                  </a:lnTo>
                  <a:lnTo>
                    <a:pt x="91" y="68"/>
                  </a:lnTo>
                  <a:cubicBezTo>
                    <a:pt x="79" y="68"/>
                    <a:pt x="68" y="78"/>
                    <a:pt x="68" y="91"/>
                  </a:cubicBezTo>
                  <a:lnTo>
                    <a:pt x="68" y="340"/>
                  </a:lnTo>
                  <a:close/>
                  <a:moveTo>
                    <a:pt x="363" y="409"/>
                  </a:moveTo>
                  <a:lnTo>
                    <a:pt x="0" y="409"/>
                  </a:lnTo>
                  <a:lnTo>
                    <a:pt x="0" y="91"/>
                  </a:ln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lnTo>
                    <a:pt x="273" y="0"/>
                  </a:lnTo>
                  <a:lnTo>
                    <a:pt x="273" y="0"/>
                  </a:lnTo>
                  <a:cubicBezTo>
                    <a:pt x="323" y="0"/>
                    <a:pt x="363" y="41"/>
                    <a:pt x="363" y="91"/>
                  </a:cubicBezTo>
                  <a:lnTo>
                    <a:pt x="363" y="409"/>
                  </a:ln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0" name="Freeform 84">
              <a:extLst>
                <a:ext uri="{FF2B5EF4-FFF2-40B4-BE49-F238E27FC236}">
                  <a16:creationId xmlns:a16="http://schemas.microsoft.com/office/drawing/2014/main" id="{9372749D-3DB6-5F4C-885C-8E167488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9022" y="7175219"/>
              <a:ext cx="631699" cy="505360"/>
            </a:xfrm>
            <a:custGeom>
              <a:avLst/>
              <a:gdLst>
                <a:gd name="T0" fmla="*/ 485 w 508"/>
                <a:gd name="T1" fmla="*/ 405 h 406"/>
                <a:gd name="T2" fmla="*/ 22 w 508"/>
                <a:gd name="T3" fmla="*/ 405 h 406"/>
                <a:gd name="T4" fmla="*/ 22 w 508"/>
                <a:gd name="T5" fmla="*/ 405 h 406"/>
                <a:gd name="T6" fmla="*/ 0 w 508"/>
                <a:gd name="T7" fmla="*/ 382 h 406"/>
                <a:gd name="T8" fmla="*/ 0 w 508"/>
                <a:gd name="T9" fmla="*/ 22 h 406"/>
                <a:gd name="T10" fmla="*/ 0 w 508"/>
                <a:gd name="T11" fmla="*/ 22 h 406"/>
                <a:gd name="T12" fmla="*/ 22 w 508"/>
                <a:gd name="T13" fmla="*/ 0 h 406"/>
                <a:gd name="T14" fmla="*/ 485 w 508"/>
                <a:gd name="T15" fmla="*/ 0 h 406"/>
                <a:gd name="T16" fmla="*/ 485 w 508"/>
                <a:gd name="T17" fmla="*/ 0 h 406"/>
                <a:gd name="T18" fmla="*/ 507 w 508"/>
                <a:gd name="T19" fmla="*/ 22 h 406"/>
                <a:gd name="T20" fmla="*/ 507 w 508"/>
                <a:gd name="T21" fmla="*/ 382 h 406"/>
                <a:gd name="T22" fmla="*/ 507 w 508"/>
                <a:gd name="T23" fmla="*/ 382 h 406"/>
                <a:gd name="T24" fmla="*/ 485 w 508"/>
                <a:gd name="T25" fmla="*/ 405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8" h="406">
                  <a:moveTo>
                    <a:pt x="485" y="405"/>
                  </a:moveTo>
                  <a:lnTo>
                    <a:pt x="22" y="405"/>
                  </a:lnTo>
                  <a:lnTo>
                    <a:pt x="22" y="405"/>
                  </a:lnTo>
                  <a:cubicBezTo>
                    <a:pt x="10" y="405"/>
                    <a:pt x="0" y="394"/>
                    <a:pt x="0" y="382"/>
                  </a:cubicBezTo>
                  <a:lnTo>
                    <a:pt x="0" y="22"/>
                  </a:lnTo>
                  <a:lnTo>
                    <a:pt x="0" y="22"/>
                  </a:lnTo>
                  <a:cubicBezTo>
                    <a:pt x="0" y="10"/>
                    <a:pt x="10" y="0"/>
                    <a:pt x="22" y="0"/>
                  </a:cubicBezTo>
                  <a:lnTo>
                    <a:pt x="485" y="0"/>
                  </a:lnTo>
                  <a:lnTo>
                    <a:pt x="485" y="0"/>
                  </a:lnTo>
                  <a:cubicBezTo>
                    <a:pt x="497" y="0"/>
                    <a:pt x="507" y="10"/>
                    <a:pt x="507" y="22"/>
                  </a:cubicBezTo>
                  <a:lnTo>
                    <a:pt x="507" y="382"/>
                  </a:lnTo>
                  <a:lnTo>
                    <a:pt x="507" y="382"/>
                  </a:lnTo>
                  <a:cubicBezTo>
                    <a:pt x="507" y="394"/>
                    <a:pt x="497" y="405"/>
                    <a:pt x="485" y="405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1" name="Freeform 85">
              <a:extLst>
                <a:ext uri="{FF2B5EF4-FFF2-40B4-BE49-F238E27FC236}">
                  <a16:creationId xmlns:a16="http://schemas.microsoft.com/office/drawing/2014/main" id="{D60991A0-BD6F-C049-B4F1-0F1D36903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0716" y="7296069"/>
              <a:ext cx="170283" cy="269158"/>
            </a:xfrm>
            <a:custGeom>
              <a:avLst/>
              <a:gdLst>
                <a:gd name="T0" fmla="*/ 135 w 136"/>
                <a:gd name="T1" fmla="*/ 67 h 215"/>
                <a:gd name="T2" fmla="*/ 135 w 136"/>
                <a:gd name="T3" fmla="*/ 67 h 215"/>
                <a:gd name="T4" fmla="*/ 68 w 136"/>
                <a:gd name="T5" fmla="*/ 0 h 215"/>
                <a:gd name="T6" fmla="*/ 68 w 136"/>
                <a:gd name="T7" fmla="*/ 0 h 215"/>
                <a:gd name="T8" fmla="*/ 0 w 136"/>
                <a:gd name="T9" fmla="*/ 67 h 215"/>
                <a:gd name="T10" fmla="*/ 0 w 136"/>
                <a:gd name="T11" fmla="*/ 67 h 215"/>
                <a:gd name="T12" fmla="*/ 38 w 136"/>
                <a:gd name="T13" fmla="*/ 127 h 215"/>
                <a:gd name="T14" fmla="*/ 17 w 136"/>
                <a:gd name="T15" fmla="*/ 214 h 215"/>
                <a:gd name="T16" fmla="*/ 118 w 136"/>
                <a:gd name="T17" fmla="*/ 214 h 215"/>
                <a:gd name="T18" fmla="*/ 98 w 136"/>
                <a:gd name="T19" fmla="*/ 127 h 215"/>
                <a:gd name="T20" fmla="*/ 98 w 136"/>
                <a:gd name="T21" fmla="*/ 127 h 215"/>
                <a:gd name="T22" fmla="*/ 135 w 136"/>
                <a:gd name="T23" fmla="*/ 6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" h="215">
                  <a:moveTo>
                    <a:pt x="135" y="67"/>
                  </a:moveTo>
                  <a:lnTo>
                    <a:pt x="135" y="67"/>
                  </a:lnTo>
                  <a:cubicBezTo>
                    <a:pt x="135" y="30"/>
                    <a:pt x="105" y="0"/>
                    <a:pt x="68" y="0"/>
                  </a:cubicBezTo>
                  <a:lnTo>
                    <a:pt x="68" y="0"/>
                  </a:lnTo>
                  <a:cubicBezTo>
                    <a:pt x="31" y="0"/>
                    <a:pt x="0" y="30"/>
                    <a:pt x="0" y="67"/>
                  </a:cubicBezTo>
                  <a:lnTo>
                    <a:pt x="0" y="67"/>
                  </a:lnTo>
                  <a:cubicBezTo>
                    <a:pt x="0" y="93"/>
                    <a:pt x="16" y="116"/>
                    <a:pt x="38" y="127"/>
                  </a:cubicBezTo>
                  <a:lnTo>
                    <a:pt x="17" y="214"/>
                  </a:lnTo>
                  <a:lnTo>
                    <a:pt x="118" y="214"/>
                  </a:lnTo>
                  <a:lnTo>
                    <a:pt x="98" y="127"/>
                  </a:lnTo>
                  <a:lnTo>
                    <a:pt x="98" y="127"/>
                  </a:lnTo>
                  <a:cubicBezTo>
                    <a:pt x="120" y="116"/>
                    <a:pt x="135" y="93"/>
                    <a:pt x="135" y="67"/>
                  </a:cubicBezTo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ECD530D-3107-134D-BA0C-43A87A860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73619" y="10407387"/>
              <a:ext cx="2324901" cy="1781741"/>
            </a:xfrm>
            <a:custGeom>
              <a:avLst/>
              <a:gdLst>
                <a:gd name="connsiteX0" fmla="*/ 1820799 w 2324901"/>
                <a:gd name="connsiteY0" fmla="*/ 905889 h 1781741"/>
                <a:gd name="connsiteX1" fmla="*/ 1630760 w 2324901"/>
                <a:gd name="connsiteY1" fmla="*/ 1071447 h 1781741"/>
                <a:gd name="connsiteX2" fmla="*/ 1413009 w 2324901"/>
                <a:gd name="connsiteY2" fmla="*/ 1238210 h 1781741"/>
                <a:gd name="connsiteX3" fmla="*/ 1187061 w 2324901"/>
                <a:gd name="connsiteY3" fmla="*/ 1391875 h 1781741"/>
                <a:gd name="connsiteX4" fmla="*/ 1183888 w 2324901"/>
                <a:gd name="connsiteY4" fmla="*/ 1393754 h 1781741"/>
                <a:gd name="connsiteX5" fmla="*/ 1371580 w 2324901"/>
                <a:gd name="connsiteY5" fmla="*/ 1504845 h 1781741"/>
                <a:gd name="connsiteX6" fmla="*/ 1788043 w 2324901"/>
                <a:gd name="connsiteY6" fmla="*/ 1694677 h 1781741"/>
                <a:gd name="connsiteX7" fmla="*/ 2278953 w 2324901"/>
                <a:gd name="connsiteY7" fmla="*/ 1697164 h 1781741"/>
                <a:gd name="connsiteX8" fmla="*/ 2121961 w 2324901"/>
                <a:gd name="connsiteY8" fmla="*/ 1233235 h 1781741"/>
                <a:gd name="connsiteX9" fmla="*/ 1981576 w 2324901"/>
                <a:gd name="connsiteY9" fmla="*/ 1066899 h 1781741"/>
                <a:gd name="connsiteX10" fmla="*/ 503392 w 2324901"/>
                <a:gd name="connsiteY10" fmla="*/ 905739 h 1781741"/>
                <a:gd name="connsiteX11" fmla="*/ 342337 w 2324901"/>
                <a:gd name="connsiteY11" fmla="*/ 1066899 h 1781741"/>
                <a:gd name="connsiteX12" fmla="*/ 201933 w 2324901"/>
                <a:gd name="connsiteY12" fmla="*/ 1233235 h 1781741"/>
                <a:gd name="connsiteX13" fmla="*/ 46187 w 2324901"/>
                <a:gd name="connsiteY13" fmla="*/ 1697164 h 1781741"/>
                <a:gd name="connsiteX14" fmla="*/ 537097 w 2324901"/>
                <a:gd name="connsiteY14" fmla="*/ 1694677 h 1781741"/>
                <a:gd name="connsiteX15" fmla="*/ 953093 w 2324901"/>
                <a:gd name="connsiteY15" fmla="*/ 1504845 h 1781741"/>
                <a:gd name="connsiteX16" fmla="*/ 1140871 w 2324901"/>
                <a:gd name="connsiteY16" fmla="*/ 1393849 h 1781741"/>
                <a:gd name="connsiteX17" fmla="*/ 1137534 w 2324901"/>
                <a:gd name="connsiteY17" fmla="*/ 1391875 h 1781741"/>
                <a:gd name="connsiteX18" fmla="*/ 910886 w 2324901"/>
                <a:gd name="connsiteY18" fmla="*/ 1238210 h 1781741"/>
                <a:gd name="connsiteX19" fmla="*/ 693660 w 2324901"/>
                <a:gd name="connsiteY19" fmla="*/ 1071447 h 1781741"/>
                <a:gd name="connsiteX20" fmla="*/ 1162473 w 2324901"/>
                <a:gd name="connsiteY20" fmla="*/ 400599 h 1781741"/>
                <a:gd name="connsiteX21" fmla="*/ 1148864 w 2324901"/>
                <a:gd name="connsiteY21" fmla="*/ 408668 h 1781741"/>
                <a:gd name="connsiteX22" fmla="*/ 923345 w 2324901"/>
                <a:gd name="connsiteY22" fmla="*/ 561595 h 1781741"/>
                <a:gd name="connsiteX23" fmla="*/ 707248 w 2324901"/>
                <a:gd name="connsiteY23" fmla="*/ 727231 h 1781741"/>
                <a:gd name="connsiteX24" fmla="*/ 519052 w 2324901"/>
                <a:gd name="connsiteY24" fmla="*/ 890968 h 1781741"/>
                <a:gd name="connsiteX25" fmla="*/ 707248 w 2324901"/>
                <a:gd name="connsiteY25" fmla="*/ 1054986 h 1781741"/>
                <a:gd name="connsiteX26" fmla="*/ 923345 w 2324901"/>
                <a:gd name="connsiteY26" fmla="*/ 1220797 h 1781741"/>
                <a:gd name="connsiteX27" fmla="*/ 1148864 w 2324901"/>
                <a:gd name="connsiteY27" fmla="*/ 1373024 h 1781741"/>
                <a:gd name="connsiteX28" fmla="*/ 1162473 w 2324901"/>
                <a:gd name="connsiteY28" fmla="*/ 1381079 h 1781741"/>
                <a:gd name="connsiteX29" fmla="*/ 1176101 w 2324901"/>
                <a:gd name="connsiteY29" fmla="*/ 1373024 h 1781741"/>
                <a:gd name="connsiteX30" fmla="*/ 1401795 w 2324901"/>
                <a:gd name="connsiteY30" fmla="*/ 1220797 h 1781741"/>
                <a:gd name="connsiteX31" fmla="*/ 1617171 w 2324901"/>
                <a:gd name="connsiteY31" fmla="*/ 1054986 h 1781741"/>
                <a:gd name="connsiteX32" fmla="*/ 1805011 w 2324901"/>
                <a:gd name="connsiteY32" fmla="*/ 890968 h 1781741"/>
                <a:gd name="connsiteX33" fmla="*/ 1617171 w 2324901"/>
                <a:gd name="connsiteY33" fmla="*/ 727231 h 1781741"/>
                <a:gd name="connsiteX34" fmla="*/ 1401795 w 2324901"/>
                <a:gd name="connsiteY34" fmla="*/ 561595 h 1781741"/>
                <a:gd name="connsiteX35" fmla="*/ 1176101 w 2324901"/>
                <a:gd name="connsiteY35" fmla="*/ 408668 h 1781741"/>
                <a:gd name="connsiteX36" fmla="*/ 218130 w 2324901"/>
                <a:gd name="connsiteY36" fmla="*/ 21795 h 1781741"/>
                <a:gd name="connsiteX37" fmla="*/ 46187 w 2324901"/>
                <a:gd name="connsiteY37" fmla="*/ 83984 h 1781741"/>
                <a:gd name="connsiteX38" fmla="*/ 201933 w 2324901"/>
                <a:gd name="connsiteY38" fmla="*/ 549157 h 1781741"/>
                <a:gd name="connsiteX39" fmla="*/ 342337 w 2324901"/>
                <a:gd name="connsiteY39" fmla="*/ 714968 h 1781741"/>
                <a:gd name="connsiteX40" fmla="*/ 503562 w 2324901"/>
                <a:gd name="connsiteY40" fmla="*/ 876353 h 1781741"/>
                <a:gd name="connsiteX41" fmla="*/ 693660 w 2324901"/>
                <a:gd name="connsiteY41" fmla="*/ 710926 h 1781741"/>
                <a:gd name="connsiteX42" fmla="*/ 910886 w 2324901"/>
                <a:gd name="connsiteY42" fmla="*/ 544182 h 1781741"/>
                <a:gd name="connsiteX43" fmla="*/ 1137534 w 2324901"/>
                <a:gd name="connsiteY43" fmla="*/ 390498 h 1781741"/>
                <a:gd name="connsiteX44" fmla="*/ 1141475 w 2324901"/>
                <a:gd name="connsiteY44" fmla="*/ 388164 h 1781741"/>
                <a:gd name="connsiteX45" fmla="*/ 953093 w 2324901"/>
                <a:gd name="connsiteY45" fmla="*/ 276614 h 1781741"/>
                <a:gd name="connsiteX46" fmla="*/ 537097 w 2324901"/>
                <a:gd name="connsiteY46" fmla="*/ 87715 h 1781741"/>
                <a:gd name="connsiteX47" fmla="*/ 218130 w 2324901"/>
                <a:gd name="connsiteY47" fmla="*/ 21795 h 1781741"/>
                <a:gd name="connsiteX48" fmla="*/ 2104051 w 2324901"/>
                <a:gd name="connsiteY48" fmla="*/ 21484 h 1781741"/>
                <a:gd name="connsiteX49" fmla="*/ 1788043 w 2324901"/>
                <a:gd name="connsiteY49" fmla="*/ 87715 h 1781741"/>
                <a:gd name="connsiteX50" fmla="*/ 1371580 w 2324901"/>
                <a:gd name="connsiteY50" fmla="*/ 276614 h 1781741"/>
                <a:gd name="connsiteX51" fmla="*/ 1183285 w 2324901"/>
                <a:gd name="connsiteY51" fmla="*/ 388259 h 1781741"/>
                <a:gd name="connsiteX52" fmla="*/ 1187061 w 2324901"/>
                <a:gd name="connsiteY52" fmla="*/ 390498 h 1781741"/>
                <a:gd name="connsiteX53" fmla="*/ 1413009 w 2324901"/>
                <a:gd name="connsiteY53" fmla="*/ 544182 h 1781741"/>
                <a:gd name="connsiteX54" fmla="*/ 1630760 w 2324901"/>
                <a:gd name="connsiteY54" fmla="*/ 710926 h 1781741"/>
                <a:gd name="connsiteX55" fmla="*/ 1820629 w 2324901"/>
                <a:gd name="connsiteY55" fmla="*/ 876204 h 1781741"/>
                <a:gd name="connsiteX56" fmla="*/ 1981576 w 2324901"/>
                <a:gd name="connsiteY56" fmla="*/ 714968 h 1781741"/>
                <a:gd name="connsiteX57" fmla="*/ 2121961 w 2324901"/>
                <a:gd name="connsiteY57" fmla="*/ 549157 h 1781741"/>
                <a:gd name="connsiteX58" fmla="*/ 2278953 w 2324901"/>
                <a:gd name="connsiteY58" fmla="*/ 83984 h 1781741"/>
                <a:gd name="connsiteX59" fmla="*/ 2104051 w 2324901"/>
                <a:gd name="connsiteY59" fmla="*/ 21484 h 1781741"/>
                <a:gd name="connsiteX60" fmla="*/ 213146 w 2324901"/>
                <a:gd name="connsiteY60" fmla="*/ 29 h 1781741"/>
                <a:gd name="connsiteX61" fmla="*/ 543327 w 2324901"/>
                <a:gd name="connsiteY61" fmla="*/ 66571 h 1781741"/>
                <a:gd name="connsiteX62" fmla="*/ 963216 w 2324901"/>
                <a:gd name="connsiteY62" fmla="*/ 257802 h 1781741"/>
                <a:gd name="connsiteX63" fmla="*/ 1162311 w 2324901"/>
                <a:gd name="connsiteY63" fmla="*/ 375826 h 1781741"/>
                <a:gd name="connsiteX64" fmla="*/ 1361613 w 2324901"/>
                <a:gd name="connsiteY64" fmla="*/ 257802 h 1781741"/>
                <a:gd name="connsiteX65" fmla="*/ 1780567 w 2324901"/>
                <a:gd name="connsiteY65" fmla="*/ 66571 h 1781741"/>
                <a:gd name="connsiteX66" fmla="*/ 2296396 w 2324901"/>
                <a:gd name="connsiteY66" fmla="*/ 71546 h 1781741"/>
                <a:gd name="connsiteX67" fmla="*/ 2139405 w 2324901"/>
                <a:gd name="connsiteY67" fmla="*/ 561595 h 1781741"/>
                <a:gd name="connsiteX68" fmla="*/ 1998047 w 2324901"/>
                <a:gd name="connsiteY68" fmla="*/ 729058 h 1781741"/>
                <a:gd name="connsiteX69" fmla="*/ 1836374 w 2324901"/>
                <a:gd name="connsiteY69" fmla="*/ 891108 h 1781741"/>
                <a:gd name="connsiteX70" fmla="*/ 1998047 w 2324901"/>
                <a:gd name="connsiteY70" fmla="*/ 1052809 h 1781741"/>
                <a:gd name="connsiteX71" fmla="*/ 2139405 w 2324901"/>
                <a:gd name="connsiteY71" fmla="*/ 1219553 h 1781741"/>
                <a:gd name="connsiteX72" fmla="*/ 2296396 w 2324901"/>
                <a:gd name="connsiteY72" fmla="*/ 1709602 h 1781741"/>
                <a:gd name="connsiteX73" fmla="*/ 2107010 w 2324901"/>
                <a:gd name="connsiteY73" fmla="*/ 1781741 h 1781741"/>
                <a:gd name="connsiteX74" fmla="*/ 1780567 w 2324901"/>
                <a:gd name="connsiteY74" fmla="*/ 1714577 h 1781741"/>
                <a:gd name="connsiteX75" fmla="*/ 1361613 w 2324901"/>
                <a:gd name="connsiteY75" fmla="*/ 1524434 h 1781741"/>
                <a:gd name="connsiteX76" fmla="*/ 1162311 w 2324901"/>
                <a:gd name="connsiteY76" fmla="*/ 1406532 h 1781741"/>
                <a:gd name="connsiteX77" fmla="*/ 963216 w 2324901"/>
                <a:gd name="connsiteY77" fmla="*/ 1524434 h 1781741"/>
                <a:gd name="connsiteX78" fmla="*/ 543327 w 2324901"/>
                <a:gd name="connsiteY78" fmla="*/ 1714577 h 1781741"/>
                <a:gd name="connsiteX79" fmla="*/ 216884 w 2324901"/>
                <a:gd name="connsiteY79" fmla="*/ 1781741 h 1781741"/>
                <a:gd name="connsiteX80" fmla="*/ 28744 w 2324901"/>
                <a:gd name="connsiteY80" fmla="*/ 1709602 h 1781741"/>
                <a:gd name="connsiteX81" fmla="*/ 184489 w 2324901"/>
                <a:gd name="connsiteY81" fmla="*/ 1219553 h 1781741"/>
                <a:gd name="connsiteX82" fmla="*/ 326023 w 2324901"/>
                <a:gd name="connsiteY82" fmla="*/ 1052809 h 1781741"/>
                <a:gd name="connsiteX83" fmla="*/ 487971 w 2324901"/>
                <a:gd name="connsiteY83" fmla="*/ 891108 h 1781741"/>
                <a:gd name="connsiteX84" fmla="*/ 326023 w 2324901"/>
                <a:gd name="connsiteY84" fmla="*/ 729058 h 1781741"/>
                <a:gd name="connsiteX85" fmla="*/ 184489 w 2324901"/>
                <a:gd name="connsiteY85" fmla="*/ 561595 h 1781741"/>
                <a:gd name="connsiteX86" fmla="*/ 28744 w 2324901"/>
                <a:gd name="connsiteY86" fmla="*/ 71546 h 1781741"/>
                <a:gd name="connsiteX87" fmla="*/ 213146 w 2324901"/>
                <a:gd name="connsiteY87" fmla="*/ 29 h 178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324901" h="1781741">
                  <a:moveTo>
                    <a:pt x="1820799" y="905889"/>
                  </a:moveTo>
                  <a:lnTo>
                    <a:pt x="1630760" y="1071447"/>
                  </a:lnTo>
                  <a:cubicBezTo>
                    <a:pt x="1561512" y="1127980"/>
                    <a:pt x="1488701" y="1183795"/>
                    <a:pt x="1413009" y="1238210"/>
                  </a:cubicBezTo>
                  <a:cubicBezTo>
                    <a:pt x="1337940" y="1292625"/>
                    <a:pt x="1262325" y="1344009"/>
                    <a:pt x="1187061" y="1391875"/>
                  </a:cubicBezTo>
                  <a:lnTo>
                    <a:pt x="1183888" y="1393754"/>
                  </a:lnTo>
                  <a:lnTo>
                    <a:pt x="1371580" y="1504845"/>
                  </a:lnTo>
                  <a:cubicBezTo>
                    <a:pt x="1517981" y="1585224"/>
                    <a:pt x="1659086" y="1649901"/>
                    <a:pt x="1788043" y="1694677"/>
                  </a:cubicBezTo>
                  <a:cubicBezTo>
                    <a:pt x="2038482" y="1781741"/>
                    <a:pt x="2216655" y="1781741"/>
                    <a:pt x="2278953" y="1697164"/>
                  </a:cubicBezTo>
                  <a:cubicBezTo>
                    <a:pt x="2340005" y="1612587"/>
                    <a:pt x="2282691" y="1443433"/>
                    <a:pt x="2121961" y="1233235"/>
                  </a:cubicBezTo>
                  <a:cubicBezTo>
                    <a:pt x="2080533" y="1178820"/>
                    <a:pt x="2033498" y="1123161"/>
                    <a:pt x="1981576" y="1066899"/>
                  </a:cubicBezTo>
                  <a:close/>
                  <a:moveTo>
                    <a:pt x="503392" y="905739"/>
                  </a:moveTo>
                  <a:lnTo>
                    <a:pt x="342337" y="1066899"/>
                  </a:lnTo>
                  <a:cubicBezTo>
                    <a:pt x="290396" y="1123161"/>
                    <a:pt x="243361" y="1178820"/>
                    <a:pt x="201933" y="1233235"/>
                  </a:cubicBezTo>
                  <a:cubicBezTo>
                    <a:pt x="41204" y="1443433"/>
                    <a:pt x="-16111" y="1612587"/>
                    <a:pt x="46187" y="1697164"/>
                  </a:cubicBezTo>
                  <a:cubicBezTo>
                    <a:pt x="107240" y="1781741"/>
                    <a:pt x="286658" y="1781741"/>
                    <a:pt x="537097" y="1694677"/>
                  </a:cubicBezTo>
                  <a:cubicBezTo>
                    <a:pt x="665431" y="1649901"/>
                    <a:pt x="806536" y="1585224"/>
                    <a:pt x="953093" y="1504845"/>
                  </a:cubicBezTo>
                  <a:lnTo>
                    <a:pt x="1140871" y="1393849"/>
                  </a:lnTo>
                  <a:lnTo>
                    <a:pt x="1137534" y="1391875"/>
                  </a:lnTo>
                  <a:cubicBezTo>
                    <a:pt x="1062115" y="1344009"/>
                    <a:pt x="986267" y="1292625"/>
                    <a:pt x="910886" y="1238210"/>
                  </a:cubicBezTo>
                  <a:cubicBezTo>
                    <a:pt x="835505" y="1183795"/>
                    <a:pt x="762850" y="1127980"/>
                    <a:pt x="693660" y="1071447"/>
                  </a:cubicBezTo>
                  <a:close/>
                  <a:moveTo>
                    <a:pt x="1162473" y="400599"/>
                  </a:moveTo>
                  <a:lnTo>
                    <a:pt x="1148864" y="408668"/>
                  </a:lnTo>
                  <a:cubicBezTo>
                    <a:pt x="1073873" y="456340"/>
                    <a:pt x="998414" y="507491"/>
                    <a:pt x="923345" y="561595"/>
                  </a:cubicBezTo>
                  <a:cubicBezTo>
                    <a:pt x="848276" y="615699"/>
                    <a:pt x="776010" y="671125"/>
                    <a:pt x="707248" y="727231"/>
                  </a:cubicBezTo>
                  <a:lnTo>
                    <a:pt x="519052" y="890968"/>
                  </a:lnTo>
                  <a:lnTo>
                    <a:pt x="707248" y="1054986"/>
                  </a:lnTo>
                  <a:cubicBezTo>
                    <a:pt x="776010" y="1111189"/>
                    <a:pt x="848276" y="1166693"/>
                    <a:pt x="923345" y="1220797"/>
                  </a:cubicBezTo>
                  <a:cubicBezTo>
                    <a:pt x="998414" y="1274591"/>
                    <a:pt x="1073873" y="1325508"/>
                    <a:pt x="1148864" y="1373024"/>
                  </a:cubicBezTo>
                  <a:lnTo>
                    <a:pt x="1162473" y="1381079"/>
                  </a:lnTo>
                  <a:lnTo>
                    <a:pt x="1176101" y="1373024"/>
                  </a:lnTo>
                  <a:cubicBezTo>
                    <a:pt x="1251189" y="1325508"/>
                    <a:pt x="1326726" y="1274591"/>
                    <a:pt x="1401795" y="1220797"/>
                  </a:cubicBezTo>
                  <a:cubicBezTo>
                    <a:pt x="1476553" y="1166693"/>
                    <a:pt x="1548585" y="1111189"/>
                    <a:pt x="1617171" y="1054986"/>
                  </a:cubicBezTo>
                  <a:lnTo>
                    <a:pt x="1805011" y="890968"/>
                  </a:lnTo>
                  <a:lnTo>
                    <a:pt x="1617171" y="727231"/>
                  </a:lnTo>
                  <a:cubicBezTo>
                    <a:pt x="1548585" y="671125"/>
                    <a:pt x="1476553" y="615699"/>
                    <a:pt x="1401795" y="561595"/>
                  </a:cubicBezTo>
                  <a:cubicBezTo>
                    <a:pt x="1326726" y="507491"/>
                    <a:pt x="1251189" y="456340"/>
                    <a:pt x="1176101" y="408668"/>
                  </a:cubicBezTo>
                  <a:close/>
                  <a:moveTo>
                    <a:pt x="218130" y="21795"/>
                  </a:moveTo>
                  <a:cubicBezTo>
                    <a:pt x="135897" y="21795"/>
                    <a:pt x="76091" y="42939"/>
                    <a:pt x="46187" y="83984"/>
                  </a:cubicBezTo>
                  <a:cubicBezTo>
                    <a:pt x="-16111" y="169804"/>
                    <a:pt x="41204" y="338958"/>
                    <a:pt x="201933" y="549157"/>
                  </a:cubicBezTo>
                  <a:cubicBezTo>
                    <a:pt x="243361" y="603261"/>
                    <a:pt x="290396" y="658765"/>
                    <a:pt x="342337" y="714968"/>
                  </a:cubicBezTo>
                  <a:lnTo>
                    <a:pt x="503562" y="876353"/>
                  </a:lnTo>
                  <a:lnTo>
                    <a:pt x="693660" y="710926"/>
                  </a:lnTo>
                  <a:cubicBezTo>
                    <a:pt x="762850" y="654412"/>
                    <a:pt x="835505" y="598597"/>
                    <a:pt x="910886" y="544182"/>
                  </a:cubicBezTo>
                  <a:cubicBezTo>
                    <a:pt x="986267" y="489767"/>
                    <a:pt x="1062115" y="438383"/>
                    <a:pt x="1137534" y="390498"/>
                  </a:cubicBezTo>
                  <a:lnTo>
                    <a:pt x="1141475" y="388164"/>
                  </a:lnTo>
                  <a:lnTo>
                    <a:pt x="953093" y="276614"/>
                  </a:lnTo>
                  <a:cubicBezTo>
                    <a:pt x="806536" y="196235"/>
                    <a:pt x="665431" y="131869"/>
                    <a:pt x="537097" y="87715"/>
                  </a:cubicBezTo>
                  <a:cubicBezTo>
                    <a:pt x="410009" y="42939"/>
                    <a:pt x="301610" y="21795"/>
                    <a:pt x="218130" y="21795"/>
                  </a:cubicBezTo>
                  <a:close/>
                  <a:moveTo>
                    <a:pt x="2104051" y="21484"/>
                  </a:moveTo>
                  <a:cubicBezTo>
                    <a:pt x="2020416" y="22106"/>
                    <a:pt x="1913263" y="44183"/>
                    <a:pt x="1788043" y="87715"/>
                  </a:cubicBezTo>
                  <a:cubicBezTo>
                    <a:pt x="1659086" y="131869"/>
                    <a:pt x="1517981" y="196235"/>
                    <a:pt x="1371580" y="276614"/>
                  </a:cubicBezTo>
                  <a:lnTo>
                    <a:pt x="1183285" y="388259"/>
                  </a:lnTo>
                  <a:lnTo>
                    <a:pt x="1187061" y="390498"/>
                  </a:lnTo>
                  <a:cubicBezTo>
                    <a:pt x="1262325" y="438383"/>
                    <a:pt x="1337940" y="489767"/>
                    <a:pt x="1413009" y="544182"/>
                  </a:cubicBezTo>
                  <a:cubicBezTo>
                    <a:pt x="1488701" y="598597"/>
                    <a:pt x="1561512" y="654412"/>
                    <a:pt x="1630760" y="710926"/>
                  </a:cubicBezTo>
                  <a:lnTo>
                    <a:pt x="1820629" y="876204"/>
                  </a:lnTo>
                  <a:lnTo>
                    <a:pt x="1981576" y="714968"/>
                  </a:lnTo>
                  <a:cubicBezTo>
                    <a:pt x="2033498" y="658765"/>
                    <a:pt x="2080533" y="603261"/>
                    <a:pt x="2121961" y="549157"/>
                  </a:cubicBezTo>
                  <a:cubicBezTo>
                    <a:pt x="2282691" y="338958"/>
                    <a:pt x="2340005" y="169804"/>
                    <a:pt x="2278953" y="83984"/>
                  </a:cubicBezTo>
                  <a:cubicBezTo>
                    <a:pt x="2247804" y="41696"/>
                    <a:pt x="2187686" y="20862"/>
                    <a:pt x="2104051" y="21484"/>
                  </a:cubicBezTo>
                  <a:close/>
                  <a:moveTo>
                    <a:pt x="213146" y="29"/>
                  </a:moveTo>
                  <a:cubicBezTo>
                    <a:pt x="300364" y="-904"/>
                    <a:pt x="411878" y="21173"/>
                    <a:pt x="543327" y="66571"/>
                  </a:cubicBezTo>
                  <a:cubicBezTo>
                    <a:pt x="673530" y="111969"/>
                    <a:pt x="815881" y="176957"/>
                    <a:pt x="963216" y="257802"/>
                  </a:cubicBezTo>
                  <a:lnTo>
                    <a:pt x="1162311" y="375826"/>
                  </a:lnTo>
                  <a:lnTo>
                    <a:pt x="1361613" y="257802"/>
                  </a:lnTo>
                  <a:cubicBezTo>
                    <a:pt x="1508947" y="176957"/>
                    <a:pt x="1650987" y="111969"/>
                    <a:pt x="1780567" y="66571"/>
                  </a:cubicBezTo>
                  <a:cubicBezTo>
                    <a:pt x="2044712" y="-24225"/>
                    <a:pt x="2227868" y="-21737"/>
                    <a:pt x="2296396" y="71546"/>
                  </a:cubicBezTo>
                  <a:cubicBezTo>
                    <a:pt x="2364924" y="166073"/>
                    <a:pt x="2308856" y="340202"/>
                    <a:pt x="2139405" y="561595"/>
                  </a:cubicBezTo>
                  <a:cubicBezTo>
                    <a:pt x="2097665" y="616321"/>
                    <a:pt x="2050319" y="672369"/>
                    <a:pt x="1998047" y="729058"/>
                  </a:cubicBezTo>
                  <a:lnTo>
                    <a:pt x="1836374" y="891108"/>
                  </a:lnTo>
                  <a:lnTo>
                    <a:pt x="1998047" y="1052809"/>
                  </a:lnTo>
                  <a:cubicBezTo>
                    <a:pt x="2050319" y="1109323"/>
                    <a:pt x="2097665" y="1165138"/>
                    <a:pt x="2139405" y="1219553"/>
                  </a:cubicBezTo>
                  <a:cubicBezTo>
                    <a:pt x="2308856" y="1440946"/>
                    <a:pt x="2364924" y="1615075"/>
                    <a:pt x="2296396" y="1709602"/>
                  </a:cubicBezTo>
                  <a:cubicBezTo>
                    <a:pt x="2261509" y="1758109"/>
                    <a:pt x="2196719" y="1781741"/>
                    <a:pt x="2107010" y="1781741"/>
                  </a:cubicBezTo>
                  <a:cubicBezTo>
                    <a:pt x="2019792" y="1781741"/>
                    <a:pt x="1910148" y="1759353"/>
                    <a:pt x="1780567" y="1714577"/>
                  </a:cubicBezTo>
                  <a:cubicBezTo>
                    <a:pt x="1650987" y="1669801"/>
                    <a:pt x="1508947" y="1605124"/>
                    <a:pt x="1361613" y="1524434"/>
                  </a:cubicBezTo>
                  <a:lnTo>
                    <a:pt x="1162311" y="1406532"/>
                  </a:lnTo>
                  <a:lnTo>
                    <a:pt x="963216" y="1524434"/>
                  </a:lnTo>
                  <a:cubicBezTo>
                    <a:pt x="815881" y="1605124"/>
                    <a:pt x="673530" y="1669801"/>
                    <a:pt x="543327" y="1714577"/>
                  </a:cubicBezTo>
                  <a:cubicBezTo>
                    <a:pt x="413746" y="1759353"/>
                    <a:pt x="304102" y="1781741"/>
                    <a:pt x="216884" y="1781741"/>
                  </a:cubicBezTo>
                  <a:cubicBezTo>
                    <a:pt x="128421" y="1781741"/>
                    <a:pt x="63631" y="1758109"/>
                    <a:pt x="28744" y="1709602"/>
                  </a:cubicBezTo>
                  <a:cubicBezTo>
                    <a:pt x="-39784" y="1615075"/>
                    <a:pt x="15038" y="1440946"/>
                    <a:pt x="184489" y="1219553"/>
                  </a:cubicBezTo>
                  <a:cubicBezTo>
                    <a:pt x="226229" y="1165138"/>
                    <a:pt x="273653" y="1109323"/>
                    <a:pt x="326023" y="1052809"/>
                  </a:cubicBezTo>
                  <a:lnTo>
                    <a:pt x="487971" y="891108"/>
                  </a:lnTo>
                  <a:lnTo>
                    <a:pt x="326023" y="729058"/>
                  </a:lnTo>
                  <a:cubicBezTo>
                    <a:pt x="273653" y="672369"/>
                    <a:pt x="226229" y="616321"/>
                    <a:pt x="184489" y="561595"/>
                  </a:cubicBezTo>
                  <a:cubicBezTo>
                    <a:pt x="15038" y="340202"/>
                    <a:pt x="-39784" y="166073"/>
                    <a:pt x="28744" y="71546"/>
                  </a:cubicBezTo>
                  <a:cubicBezTo>
                    <a:pt x="63008" y="24905"/>
                    <a:pt x="125929" y="962"/>
                    <a:pt x="213146" y="29"/>
                  </a:cubicBez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3" name="Freeform 88">
              <a:extLst>
                <a:ext uri="{FF2B5EF4-FFF2-40B4-BE49-F238E27FC236}">
                  <a16:creationId xmlns:a16="http://schemas.microsoft.com/office/drawing/2014/main" id="{7093DC61-933E-7044-9352-6EAC05A36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2439" y="10454569"/>
              <a:ext cx="933818" cy="1702844"/>
            </a:xfrm>
            <a:custGeom>
              <a:avLst/>
              <a:gdLst>
                <a:gd name="T0" fmla="*/ 721 w 749"/>
                <a:gd name="T1" fmla="*/ 1365 h 1366"/>
                <a:gd name="T2" fmla="*/ 27 w 749"/>
                <a:gd name="T3" fmla="*/ 1365 h 1366"/>
                <a:gd name="T4" fmla="*/ 27 w 749"/>
                <a:gd name="T5" fmla="*/ 1365 h 1366"/>
                <a:gd name="T6" fmla="*/ 0 w 749"/>
                <a:gd name="T7" fmla="*/ 1338 h 1366"/>
                <a:gd name="T8" fmla="*/ 0 w 749"/>
                <a:gd name="T9" fmla="*/ 26 h 1366"/>
                <a:gd name="T10" fmla="*/ 0 w 749"/>
                <a:gd name="T11" fmla="*/ 26 h 1366"/>
                <a:gd name="T12" fmla="*/ 27 w 749"/>
                <a:gd name="T13" fmla="*/ 0 h 1366"/>
                <a:gd name="T14" fmla="*/ 721 w 749"/>
                <a:gd name="T15" fmla="*/ 0 h 1366"/>
                <a:gd name="T16" fmla="*/ 721 w 749"/>
                <a:gd name="T17" fmla="*/ 0 h 1366"/>
                <a:gd name="T18" fmla="*/ 748 w 749"/>
                <a:gd name="T19" fmla="*/ 26 h 1366"/>
                <a:gd name="T20" fmla="*/ 748 w 749"/>
                <a:gd name="T21" fmla="*/ 1338 h 1366"/>
                <a:gd name="T22" fmla="*/ 748 w 749"/>
                <a:gd name="T23" fmla="*/ 1338 h 1366"/>
                <a:gd name="T24" fmla="*/ 721 w 749"/>
                <a:gd name="T25" fmla="*/ 1365 h 1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9" h="1366">
                  <a:moveTo>
                    <a:pt x="721" y="1365"/>
                  </a:moveTo>
                  <a:lnTo>
                    <a:pt x="27" y="1365"/>
                  </a:lnTo>
                  <a:lnTo>
                    <a:pt x="27" y="1365"/>
                  </a:lnTo>
                  <a:cubicBezTo>
                    <a:pt x="12" y="1365"/>
                    <a:pt x="0" y="1353"/>
                    <a:pt x="0" y="1338"/>
                  </a:cubicBezTo>
                  <a:lnTo>
                    <a:pt x="0" y="26"/>
                  </a:lnTo>
                  <a:lnTo>
                    <a:pt x="0" y="26"/>
                  </a:lnTo>
                  <a:cubicBezTo>
                    <a:pt x="0" y="12"/>
                    <a:pt x="12" y="0"/>
                    <a:pt x="27" y="0"/>
                  </a:cubicBezTo>
                  <a:lnTo>
                    <a:pt x="721" y="0"/>
                  </a:lnTo>
                  <a:lnTo>
                    <a:pt x="721" y="0"/>
                  </a:lnTo>
                  <a:cubicBezTo>
                    <a:pt x="736" y="0"/>
                    <a:pt x="748" y="12"/>
                    <a:pt x="748" y="26"/>
                  </a:cubicBezTo>
                  <a:lnTo>
                    <a:pt x="748" y="1338"/>
                  </a:lnTo>
                  <a:lnTo>
                    <a:pt x="748" y="1338"/>
                  </a:lnTo>
                  <a:cubicBezTo>
                    <a:pt x="748" y="1353"/>
                    <a:pt x="736" y="1365"/>
                    <a:pt x="721" y="1365"/>
                  </a:cubicBezTo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4" name="Freeform 89">
              <a:extLst>
                <a:ext uri="{FF2B5EF4-FFF2-40B4-BE49-F238E27FC236}">
                  <a16:creationId xmlns:a16="http://schemas.microsoft.com/office/drawing/2014/main" id="{04FC8F84-8108-AB4C-ADC7-0A4D1ADBB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91874" y="10498510"/>
              <a:ext cx="845929" cy="1477631"/>
            </a:xfrm>
            <a:custGeom>
              <a:avLst/>
              <a:gdLst>
                <a:gd name="T0" fmla="*/ 649 w 677"/>
                <a:gd name="T1" fmla="*/ 1184 h 1185"/>
                <a:gd name="T2" fmla="*/ 27 w 677"/>
                <a:gd name="T3" fmla="*/ 1184 h 1185"/>
                <a:gd name="T4" fmla="*/ 27 w 677"/>
                <a:gd name="T5" fmla="*/ 1184 h 1185"/>
                <a:gd name="T6" fmla="*/ 0 w 677"/>
                <a:gd name="T7" fmla="*/ 1157 h 1185"/>
                <a:gd name="T8" fmla="*/ 0 w 677"/>
                <a:gd name="T9" fmla="*/ 28 h 1185"/>
                <a:gd name="T10" fmla="*/ 0 w 677"/>
                <a:gd name="T11" fmla="*/ 28 h 1185"/>
                <a:gd name="T12" fmla="*/ 27 w 677"/>
                <a:gd name="T13" fmla="*/ 0 h 1185"/>
                <a:gd name="T14" fmla="*/ 649 w 677"/>
                <a:gd name="T15" fmla="*/ 0 h 1185"/>
                <a:gd name="T16" fmla="*/ 649 w 677"/>
                <a:gd name="T17" fmla="*/ 0 h 1185"/>
                <a:gd name="T18" fmla="*/ 676 w 677"/>
                <a:gd name="T19" fmla="*/ 28 h 1185"/>
                <a:gd name="T20" fmla="*/ 676 w 677"/>
                <a:gd name="T21" fmla="*/ 1157 h 1185"/>
                <a:gd name="T22" fmla="*/ 676 w 677"/>
                <a:gd name="T23" fmla="*/ 1157 h 1185"/>
                <a:gd name="T24" fmla="*/ 649 w 677"/>
                <a:gd name="T25" fmla="*/ 1184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7" h="1185">
                  <a:moveTo>
                    <a:pt x="649" y="1184"/>
                  </a:moveTo>
                  <a:lnTo>
                    <a:pt x="27" y="1184"/>
                  </a:lnTo>
                  <a:lnTo>
                    <a:pt x="27" y="1184"/>
                  </a:lnTo>
                  <a:cubicBezTo>
                    <a:pt x="12" y="1184"/>
                    <a:pt x="0" y="1172"/>
                    <a:pt x="0" y="1157"/>
                  </a:cubicBezTo>
                  <a:lnTo>
                    <a:pt x="0" y="28"/>
                  </a:lnTo>
                  <a:lnTo>
                    <a:pt x="0" y="28"/>
                  </a:lnTo>
                  <a:cubicBezTo>
                    <a:pt x="0" y="12"/>
                    <a:pt x="12" y="0"/>
                    <a:pt x="27" y="0"/>
                  </a:cubicBezTo>
                  <a:lnTo>
                    <a:pt x="649" y="0"/>
                  </a:lnTo>
                  <a:lnTo>
                    <a:pt x="649" y="0"/>
                  </a:lnTo>
                  <a:cubicBezTo>
                    <a:pt x="664" y="0"/>
                    <a:pt x="676" y="12"/>
                    <a:pt x="676" y="28"/>
                  </a:cubicBezTo>
                  <a:lnTo>
                    <a:pt x="676" y="1157"/>
                  </a:lnTo>
                  <a:lnTo>
                    <a:pt x="676" y="1157"/>
                  </a:lnTo>
                  <a:cubicBezTo>
                    <a:pt x="676" y="1172"/>
                    <a:pt x="664" y="1184"/>
                    <a:pt x="649" y="1184"/>
                  </a:cubicBezTo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5" name="Freeform 90">
              <a:extLst>
                <a:ext uri="{FF2B5EF4-FFF2-40B4-BE49-F238E27FC236}">
                  <a16:creationId xmlns:a16="http://schemas.microsoft.com/office/drawing/2014/main" id="{D6044503-4347-B349-8C5D-4BBC24C6C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8924" y="12003608"/>
              <a:ext cx="120847" cy="120847"/>
            </a:xfrm>
            <a:custGeom>
              <a:avLst/>
              <a:gdLst>
                <a:gd name="T0" fmla="*/ 96 w 97"/>
                <a:gd name="T1" fmla="*/ 48 h 97"/>
                <a:gd name="T2" fmla="*/ 96 w 97"/>
                <a:gd name="T3" fmla="*/ 48 h 97"/>
                <a:gd name="T4" fmla="*/ 48 w 97"/>
                <a:gd name="T5" fmla="*/ 96 h 97"/>
                <a:gd name="T6" fmla="*/ 48 w 97"/>
                <a:gd name="T7" fmla="*/ 96 h 97"/>
                <a:gd name="T8" fmla="*/ 0 w 97"/>
                <a:gd name="T9" fmla="*/ 48 h 97"/>
                <a:gd name="T10" fmla="*/ 0 w 97"/>
                <a:gd name="T11" fmla="*/ 48 h 97"/>
                <a:gd name="T12" fmla="*/ 48 w 97"/>
                <a:gd name="T13" fmla="*/ 0 h 97"/>
                <a:gd name="T14" fmla="*/ 48 w 97"/>
                <a:gd name="T15" fmla="*/ 0 h 97"/>
                <a:gd name="T16" fmla="*/ 96 w 97"/>
                <a:gd name="T17" fmla="*/ 4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97">
                  <a:moveTo>
                    <a:pt x="96" y="48"/>
                  </a:moveTo>
                  <a:lnTo>
                    <a:pt x="96" y="48"/>
                  </a:lnTo>
                  <a:cubicBezTo>
                    <a:pt x="96" y="74"/>
                    <a:pt x="75" y="96"/>
                    <a:pt x="48" y="96"/>
                  </a:cubicBezTo>
                  <a:lnTo>
                    <a:pt x="48" y="96"/>
                  </a:lnTo>
                  <a:cubicBezTo>
                    <a:pt x="21" y="96"/>
                    <a:pt x="0" y="74"/>
                    <a:pt x="0" y="48"/>
                  </a:cubicBezTo>
                  <a:lnTo>
                    <a:pt x="0" y="48"/>
                  </a:lnTo>
                  <a:cubicBezTo>
                    <a:pt x="0" y="21"/>
                    <a:pt x="21" y="0"/>
                    <a:pt x="48" y="0"/>
                  </a:cubicBezTo>
                  <a:lnTo>
                    <a:pt x="48" y="0"/>
                  </a:lnTo>
                  <a:cubicBezTo>
                    <a:pt x="75" y="0"/>
                    <a:pt x="96" y="21"/>
                    <a:pt x="96" y="48"/>
                  </a:cubicBezTo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6" name="Freeform 91">
              <a:extLst>
                <a:ext uri="{FF2B5EF4-FFF2-40B4-BE49-F238E27FC236}">
                  <a16:creationId xmlns:a16="http://schemas.microsoft.com/office/drawing/2014/main" id="{851445E1-E84E-7F4C-97C3-FA2124FBE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41310" y="10828096"/>
              <a:ext cx="741560" cy="741563"/>
            </a:xfrm>
            <a:custGeom>
              <a:avLst/>
              <a:gdLst>
                <a:gd name="T0" fmla="*/ 596 w 597"/>
                <a:gd name="T1" fmla="*/ 297 h 596"/>
                <a:gd name="T2" fmla="*/ 596 w 597"/>
                <a:gd name="T3" fmla="*/ 297 h 596"/>
                <a:gd name="T4" fmla="*/ 298 w 597"/>
                <a:gd name="T5" fmla="*/ 595 h 596"/>
                <a:gd name="T6" fmla="*/ 298 w 597"/>
                <a:gd name="T7" fmla="*/ 595 h 596"/>
                <a:gd name="T8" fmla="*/ 0 w 597"/>
                <a:gd name="T9" fmla="*/ 297 h 596"/>
                <a:gd name="T10" fmla="*/ 0 w 597"/>
                <a:gd name="T11" fmla="*/ 297 h 596"/>
                <a:gd name="T12" fmla="*/ 298 w 597"/>
                <a:gd name="T13" fmla="*/ 0 h 596"/>
                <a:gd name="T14" fmla="*/ 298 w 597"/>
                <a:gd name="T15" fmla="*/ 0 h 596"/>
                <a:gd name="T16" fmla="*/ 596 w 597"/>
                <a:gd name="T17" fmla="*/ 297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7" h="596">
                  <a:moveTo>
                    <a:pt x="596" y="297"/>
                  </a:moveTo>
                  <a:lnTo>
                    <a:pt x="596" y="297"/>
                  </a:lnTo>
                  <a:cubicBezTo>
                    <a:pt x="596" y="462"/>
                    <a:pt x="462" y="595"/>
                    <a:pt x="298" y="595"/>
                  </a:cubicBezTo>
                  <a:lnTo>
                    <a:pt x="298" y="595"/>
                  </a:lnTo>
                  <a:cubicBezTo>
                    <a:pt x="133" y="595"/>
                    <a:pt x="0" y="462"/>
                    <a:pt x="0" y="297"/>
                  </a:cubicBezTo>
                  <a:lnTo>
                    <a:pt x="0" y="297"/>
                  </a:lnTo>
                  <a:cubicBezTo>
                    <a:pt x="0" y="133"/>
                    <a:pt x="133" y="0"/>
                    <a:pt x="298" y="0"/>
                  </a:cubicBezTo>
                  <a:lnTo>
                    <a:pt x="298" y="0"/>
                  </a:lnTo>
                  <a:cubicBezTo>
                    <a:pt x="462" y="0"/>
                    <a:pt x="596" y="133"/>
                    <a:pt x="596" y="2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7" name="Freeform 92">
              <a:extLst>
                <a:ext uri="{FF2B5EF4-FFF2-40B4-BE49-F238E27FC236}">
                  <a16:creationId xmlns:a16="http://schemas.microsoft.com/office/drawing/2014/main" id="{13DC17D1-2836-9C4C-A9CC-72917D581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2018" y="10943452"/>
              <a:ext cx="280144" cy="318597"/>
            </a:xfrm>
            <a:custGeom>
              <a:avLst/>
              <a:gdLst>
                <a:gd name="T0" fmla="*/ 42 w 226"/>
                <a:gd name="T1" fmla="*/ 210 h 254"/>
                <a:gd name="T2" fmla="*/ 183 w 226"/>
                <a:gd name="T3" fmla="*/ 210 h 254"/>
                <a:gd name="T4" fmla="*/ 183 w 226"/>
                <a:gd name="T5" fmla="*/ 57 h 254"/>
                <a:gd name="T6" fmla="*/ 183 w 226"/>
                <a:gd name="T7" fmla="*/ 57 h 254"/>
                <a:gd name="T8" fmla="*/ 168 w 226"/>
                <a:gd name="T9" fmla="*/ 42 h 254"/>
                <a:gd name="T10" fmla="*/ 57 w 226"/>
                <a:gd name="T11" fmla="*/ 42 h 254"/>
                <a:gd name="T12" fmla="*/ 57 w 226"/>
                <a:gd name="T13" fmla="*/ 42 h 254"/>
                <a:gd name="T14" fmla="*/ 42 w 226"/>
                <a:gd name="T15" fmla="*/ 57 h 254"/>
                <a:gd name="T16" fmla="*/ 42 w 226"/>
                <a:gd name="T17" fmla="*/ 210 h 254"/>
                <a:gd name="T18" fmla="*/ 225 w 226"/>
                <a:gd name="T19" fmla="*/ 253 h 254"/>
                <a:gd name="T20" fmla="*/ 0 w 226"/>
                <a:gd name="T21" fmla="*/ 253 h 254"/>
                <a:gd name="T22" fmla="*/ 0 w 226"/>
                <a:gd name="T23" fmla="*/ 57 h 254"/>
                <a:gd name="T24" fmla="*/ 0 w 226"/>
                <a:gd name="T25" fmla="*/ 57 h 254"/>
                <a:gd name="T26" fmla="*/ 57 w 226"/>
                <a:gd name="T27" fmla="*/ 0 h 254"/>
                <a:gd name="T28" fmla="*/ 168 w 226"/>
                <a:gd name="T29" fmla="*/ 0 h 254"/>
                <a:gd name="T30" fmla="*/ 168 w 226"/>
                <a:gd name="T31" fmla="*/ 0 h 254"/>
                <a:gd name="T32" fmla="*/ 225 w 226"/>
                <a:gd name="T33" fmla="*/ 57 h 254"/>
                <a:gd name="T34" fmla="*/ 225 w 226"/>
                <a:gd name="T35" fmla="*/ 25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6" h="254">
                  <a:moveTo>
                    <a:pt x="42" y="210"/>
                  </a:moveTo>
                  <a:lnTo>
                    <a:pt x="183" y="210"/>
                  </a:lnTo>
                  <a:lnTo>
                    <a:pt x="183" y="57"/>
                  </a:lnTo>
                  <a:lnTo>
                    <a:pt x="183" y="57"/>
                  </a:lnTo>
                  <a:cubicBezTo>
                    <a:pt x="183" y="49"/>
                    <a:pt x="176" y="42"/>
                    <a:pt x="168" y="42"/>
                  </a:cubicBezTo>
                  <a:lnTo>
                    <a:pt x="57" y="42"/>
                  </a:lnTo>
                  <a:lnTo>
                    <a:pt x="57" y="42"/>
                  </a:lnTo>
                  <a:cubicBezTo>
                    <a:pt x="49" y="42"/>
                    <a:pt x="42" y="49"/>
                    <a:pt x="42" y="57"/>
                  </a:cubicBezTo>
                  <a:lnTo>
                    <a:pt x="42" y="210"/>
                  </a:lnTo>
                  <a:close/>
                  <a:moveTo>
                    <a:pt x="225" y="253"/>
                  </a:moveTo>
                  <a:lnTo>
                    <a:pt x="0" y="253"/>
                  </a:lnTo>
                  <a:lnTo>
                    <a:pt x="0" y="57"/>
                  </a:lnTo>
                  <a:lnTo>
                    <a:pt x="0" y="57"/>
                  </a:lnTo>
                  <a:cubicBezTo>
                    <a:pt x="0" y="26"/>
                    <a:pt x="26" y="0"/>
                    <a:pt x="57" y="0"/>
                  </a:cubicBezTo>
                  <a:lnTo>
                    <a:pt x="168" y="0"/>
                  </a:lnTo>
                  <a:lnTo>
                    <a:pt x="168" y="0"/>
                  </a:lnTo>
                  <a:cubicBezTo>
                    <a:pt x="200" y="0"/>
                    <a:pt x="225" y="26"/>
                    <a:pt x="225" y="57"/>
                  </a:cubicBezTo>
                  <a:lnTo>
                    <a:pt x="225" y="253"/>
                  </a:ln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8" name="Freeform 93">
              <a:extLst>
                <a:ext uri="{FF2B5EF4-FFF2-40B4-BE49-F238E27FC236}">
                  <a16:creationId xmlns:a16="http://schemas.microsoft.com/office/drawing/2014/main" id="{4D284FB3-8CA1-2447-9116-BB4167EDA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17087" y="11146689"/>
              <a:ext cx="390005" cy="313105"/>
            </a:xfrm>
            <a:custGeom>
              <a:avLst/>
              <a:gdLst>
                <a:gd name="T0" fmla="*/ 300 w 315"/>
                <a:gd name="T1" fmla="*/ 250 h 251"/>
                <a:gd name="T2" fmla="*/ 14 w 315"/>
                <a:gd name="T3" fmla="*/ 250 h 251"/>
                <a:gd name="T4" fmla="*/ 14 w 315"/>
                <a:gd name="T5" fmla="*/ 250 h 251"/>
                <a:gd name="T6" fmla="*/ 0 w 315"/>
                <a:gd name="T7" fmla="*/ 236 h 251"/>
                <a:gd name="T8" fmla="*/ 0 w 315"/>
                <a:gd name="T9" fmla="*/ 14 h 251"/>
                <a:gd name="T10" fmla="*/ 0 w 315"/>
                <a:gd name="T11" fmla="*/ 14 h 251"/>
                <a:gd name="T12" fmla="*/ 14 w 315"/>
                <a:gd name="T13" fmla="*/ 0 h 251"/>
                <a:gd name="T14" fmla="*/ 300 w 315"/>
                <a:gd name="T15" fmla="*/ 0 h 251"/>
                <a:gd name="T16" fmla="*/ 300 w 315"/>
                <a:gd name="T17" fmla="*/ 0 h 251"/>
                <a:gd name="T18" fmla="*/ 314 w 315"/>
                <a:gd name="T19" fmla="*/ 14 h 251"/>
                <a:gd name="T20" fmla="*/ 314 w 315"/>
                <a:gd name="T21" fmla="*/ 236 h 251"/>
                <a:gd name="T22" fmla="*/ 314 w 315"/>
                <a:gd name="T23" fmla="*/ 236 h 251"/>
                <a:gd name="T24" fmla="*/ 300 w 315"/>
                <a:gd name="T25" fmla="*/ 25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5" h="251">
                  <a:moveTo>
                    <a:pt x="300" y="250"/>
                  </a:moveTo>
                  <a:lnTo>
                    <a:pt x="14" y="250"/>
                  </a:lnTo>
                  <a:lnTo>
                    <a:pt x="14" y="250"/>
                  </a:lnTo>
                  <a:cubicBezTo>
                    <a:pt x="6" y="250"/>
                    <a:pt x="0" y="244"/>
                    <a:pt x="0" y="236"/>
                  </a:cubicBezTo>
                  <a:lnTo>
                    <a:pt x="0" y="14"/>
                  </a:lnTo>
                  <a:lnTo>
                    <a:pt x="0" y="14"/>
                  </a:lnTo>
                  <a:cubicBezTo>
                    <a:pt x="0" y="7"/>
                    <a:pt x="6" y="0"/>
                    <a:pt x="14" y="0"/>
                  </a:cubicBezTo>
                  <a:lnTo>
                    <a:pt x="300" y="0"/>
                  </a:lnTo>
                  <a:lnTo>
                    <a:pt x="300" y="0"/>
                  </a:lnTo>
                  <a:cubicBezTo>
                    <a:pt x="308" y="0"/>
                    <a:pt x="314" y="7"/>
                    <a:pt x="314" y="14"/>
                  </a:cubicBezTo>
                  <a:lnTo>
                    <a:pt x="314" y="236"/>
                  </a:lnTo>
                  <a:lnTo>
                    <a:pt x="314" y="236"/>
                  </a:lnTo>
                  <a:cubicBezTo>
                    <a:pt x="314" y="244"/>
                    <a:pt x="308" y="250"/>
                    <a:pt x="300" y="250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59" name="Freeform 94">
              <a:extLst>
                <a:ext uri="{FF2B5EF4-FFF2-40B4-BE49-F238E27FC236}">
                  <a16:creationId xmlns:a16="http://schemas.microsoft.com/office/drawing/2014/main" id="{252758E8-526A-B248-A9D1-1AA7EC741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5401" y="11223595"/>
              <a:ext cx="104370" cy="164791"/>
            </a:xfrm>
            <a:custGeom>
              <a:avLst/>
              <a:gdLst>
                <a:gd name="T0" fmla="*/ 84 w 85"/>
                <a:gd name="T1" fmla="*/ 42 h 134"/>
                <a:gd name="T2" fmla="*/ 84 w 85"/>
                <a:gd name="T3" fmla="*/ 42 h 134"/>
                <a:gd name="T4" fmla="*/ 42 w 85"/>
                <a:gd name="T5" fmla="*/ 0 h 134"/>
                <a:gd name="T6" fmla="*/ 42 w 85"/>
                <a:gd name="T7" fmla="*/ 0 h 134"/>
                <a:gd name="T8" fmla="*/ 0 w 85"/>
                <a:gd name="T9" fmla="*/ 42 h 134"/>
                <a:gd name="T10" fmla="*/ 0 w 85"/>
                <a:gd name="T11" fmla="*/ 42 h 134"/>
                <a:gd name="T12" fmla="*/ 24 w 85"/>
                <a:gd name="T13" fmla="*/ 79 h 134"/>
                <a:gd name="T14" fmla="*/ 11 w 85"/>
                <a:gd name="T15" fmla="*/ 133 h 134"/>
                <a:gd name="T16" fmla="*/ 73 w 85"/>
                <a:gd name="T17" fmla="*/ 133 h 134"/>
                <a:gd name="T18" fmla="*/ 61 w 85"/>
                <a:gd name="T19" fmla="*/ 79 h 134"/>
                <a:gd name="T20" fmla="*/ 61 w 85"/>
                <a:gd name="T21" fmla="*/ 79 h 134"/>
                <a:gd name="T22" fmla="*/ 84 w 85"/>
                <a:gd name="T23" fmla="*/ 4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134">
                  <a:moveTo>
                    <a:pt x="84" y="42"/>
                  </a:moveTo>
                  <a:lnTo>
                    <a:pt x="84" y="42"/>
                  </a:lnTo>
                  <a:cubicBezTo>
                    <a:pt x="84" y="19"/>
                    <a:pt x="65" y="0"/>
                    <a:pt x="42" y="0"/>
                  </a:cubicBezTo>
                  <a:lnTo>
                    <a:pt x="42" y="0"/>
                  </a:lnTo>
                  <a:cubicBezTo>
                    <a:pt x="19" y="0"/>
                    <a:pt x="0" y="19"/>
                    <a:pt x="0" y="42"/>
                  </a:cubicBezTo>
                  <a:lnTo>
                    <a:pt x="0" y="42"/>
                  </a:lnTo>
                  <a:cubicBezTo>
                    <a:pt x="0" y="58"/>
                    <a:pt x="10" y="72"/>
                    <a:pt x="24" y="79"/>
                  </a:cubicBezTo>
                  <a:lnTo>
                    <a:pt x="11" y="133"/>
                  </a:lnTo>
                  <a:lnTo>
                    <a:pt x="73" y="133"/>
                  </a:lnTo>
                  <a:lnTo>
                    <a:pt x="61" y="79"/>
                  </a:lnTo>
                  <a:lnTo>
                    <a:pt x="61" y="79"/>
                  </a:lnTo>
                  <a:cubicBezTo>
                    <a:pt x="74" y="72"/>
                    <a:pt x="84" y="58"/>
                    <a:pt x="84" y="42"/>
                  </a:cubicBezTo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DA9EE28-DCED-5F42-B139-3821C7306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6956" y="10786402"/>
              <a:ext cx="2324901" cy="1781745"/>
            </a:xfrm>
            <a:custGeom>
              <a:avLst/>
              <a:gdLst>
                <a:gd name="connsiteX0" fmla="*/ 1821342 w 2324901"/>
                <a:gd name="connsiteY0" fmla="*/ 905963 h 1781745"/>
                <a:gd name="connsiteX1" fmla="*/ 1631460 w 2324901"/>
                <a:gd name="connsiteY1" fmla="*/ 1071449 h 1781745"/>
                <a:gd name="connsiteX2" fmla="*/ 1414254 w 2324901"/>
                <a:gd name="connsiteY2" fmla="*/ 1238213 h 1781745"/>
                <a:gd name="connsiteX3" fmla="*/ 1187586 w 2324901"/>
                <a:gd name="connsiteY3" fmla="*/ 1391703 h 1781745"/>
                <a:gd name="connsiteX4" fmla="*/ 1183996 w 2324901"/>
                <a:gd name="connsiteY4" fmla="*/ 1393821 h 1781745"/>
                <a:gd name="connsiteX5" fmla="*/ 1371580 w 2324901"/>
                <a:gd name="connsiteY5" fmla="*/ 1504848 h 1781745"/>
                <a:gd name="connsiteX6" fmla="*/ 1788044 w 2324901"/>
                <a:gd name="connsiteY6" fmla="*/ 1694680 h 1781745"/>
                <a:gd name="connsiteX7" fmla="*/ 2278952 w 2324901"/>
                <a:gd name="connsiteY7" fmla="*/ 1697168 h 1781745"/>
                <a:gd name="connsiteX8" fmla="*/ 2121962 w 2324901"/>
                <a:gd name="connsiteY8" fmla="*/ 1233238 h 1781745"/>
                <a:gd name="connsiteX9" fmla="*/ 1982102 w 2324901"/>
                <a:gd name="connsiteY9" fmla="*/ 1066902 h 1781745"/>
                <a:gd name="connsiteX10" fmla="*/ 503392 w 2324901"/>
                <a:gd name="connsiteY10" fmla="*/ 905741 h 1781745"/>
                <a:gd name="connsiteX11" fmla="*/ 342336 w 2324901"/>
                <a:gd name="connsiteY11" fmla="*/ 1066902 h 1781745"/>
                <a:gd name="connsiteX12" fmla="*/ 201932 w 2324901"/>
                <a:gd name="connsiteY12" fmla="*/ 1233238 h 1781745"/>
                <a:gd name="connsiteX13" fmla="*/ 46188 w 2324901"/>
                <a:gd name="connsiteY13" fmla="*/ 1697168 h 1781745"/>
                <a:gd name="connsiteX14" fmla="*/ 537096 w 2324901"/>
                <a:gd name="connsiteY14" fmla="*/ 1694680 h 1781745"/>
                <a:gd name="connsiteX15" fmla="*/ 953092 w 2324901"/>
                <a:gd name="connsiteY15" fmla="*/ 1504848 h 1781745"/>
                <a:gd name="connsiteX16" fmla="*/ 1141022 w 2324901"/>
                <a:gd name="connsiteY16" fmla="*/ 1393762 h 1781745"/>
                <a:gd name="connsiteX17" fmla="*/ 1137534 w 2324901"/>
                <a:gd name="connsiteY17" fmla="*/ 1391703 h 1781745"/>
                <a:gd name="connsiteX18" fmla="*/ 910886 w 2324901"/>
                <a:gd name="connsiteY18" fmla="*/ 1238213 h 1781745"/>
                <a:gd name="connsiteX19" fmla="*/ 693660 w 2324901"/>
                <a:gd name="connsiteY19" fmla="*/ 1071449 h 1781745"/>
                <a:gd name="connsiteX20" fmla="*/ 1162474 w 2324901"/>
                <a:gd name="connsiteY20" fmla="*/ 400572 h 1781745"/>
                <a:gd name="connsiteX21" fmla="*/ 1148864 w 2324901"/>
                <a:gd name="connsiteY21" fmla="*/ 408650 h 1781745"/>
                <a:gd name="connsiteX22" fmla="*/ 923346 w 2324901"/>
                <a:gd name="connsiteY22" fmla="*/ 561596 h 1781745"/>
                <a:gd name="connsiteX23" fmla="*/ 707248 w 2324901"/>
                <a:gd name="connsiteY23" fmla="*/ 727233 h 1781745"/>
                <a:gd name="connsiteX24" fmla="*/ 519052 w 2324901"/>
                <a:gd name="connsiteY24" fmla="*/ 890970 h 1781745"/>
                <a:gd name="connsiteX25" fmla="*/ 707248 w 2324901"/>
                <a:gd name="connsiteY25" fmla="*/ 1054988 h 1781745"/>
                <a:gd name="connsiteX26" fmla="*/ 923346 w 2324901"/>
                <a:gd name="connsiteY26" fmla="*/ 1220800 h 1781745"/>
                <a:gd name="connsiteX27" fmla="*/ 1148864 w 2324901"/>
                <a:gd name="connsiteY27" fmla="*/ 1373027 h 1781745"/>
                <a:gd name="connsiteX28" fmla="*/ 1162474 w 2324901"/>
                <a:gd name="connsiteY28" fmla="*/ 1381082 h 1781745"/>
                <a:gd name="connsiteX29" fmla="*/ 1176100 w 2324901"/>
                <a:gd name="connsiteY29" fmla="*/ 1373027 h 1781745"/>
                <a:gd name="connsiteX30" fmla="*/ 1401794 w 2324901"/>
                <a:gd name="connsiteY30" fmla="*/ 1220800 h 1781745"/>
                <a:gd name="connsiteX31" fmla="*/ 1617346 w 2324901"/>
                <a:gd name="connsiteY31" fmla="*/ 1054988 h 1781745"/>
                <a:gd name="connsiteX32" fmla="*/ 1805468 w 2324901"/>
                <a:gd name="connsiteY32" fmla="*/ 890970 h 1781745"/>
                <a:gd name="connsiteX33" fmla="*/ 1617346 w 2324901"/>
                <a:gd name="connsiteY33" fmla="*/ 727233 h 1781745"/>
                <a:gd name="connsiteX34" fmla="*/ 1401794 w 2324901"/>
                <a:gd name="connsiteY34" fmla="*/ 561596 h 1781745"/>
                <a:gd name="connsiteX35" fmla="*/ 1176100 w 2324901"/>
                <a:gd name="connsiteY35" fmla="*/ 408650 h 1781745"/>
                <a:gd name="connsiteX36" fmla="*/ 218130 w 2324901"/>
                <a:gd name="connsiteY36" fmla="*/ 21795 h 1781745"/>
                <a:gd name="connsiteX37" fmla="*/ 46188 w 2324901"/>
                <a:gd name="connsiteY37" fmla="*/ 83984 h 1781745"/>
                <a:gd name="connsiteX38" fmla="*/ 201932 w 2324901"/>
                <a:gd name="connsiteY38" fmla="*/ 549158 h 1781745"/>
                <a:gd name="connsiteX39" fmla="*/ 342336 w 2324901"/>
                <a:gd name="connsiteY39" fmla="*/ 714970 h 1781745"/>
                <a:gd name="connsiteX40" fmla="*/ 503472 w 2324901"/>
                <a:gd name="connsiteY40" fmla="*/ 876266 h 1781745"/>
                <a:gd name="connsiteX41" fmla="*/ 693660 w 2324901"/>
                <a:gd name="connsiteY41" fmla="*/ 710403 h 1781745"/>
                <a:gd name="connsiteX42" fmla="*/ 910886 w 2324901"/>
                <a:gd name="connsiteY42" fmla="*/ 542939 h 1781745"/>
                <a:gd name="connsiteX43" fmla="*/ 1137534 w 2324901"/>
                <a:gd name="connsiteY43" fmla="*/ 389973 h 1781745"/>
                <a:gd name="connsiteX44" fmla="*/ 1141070 w 2324901"/>
                <a:gd name="connsiteY44" fmla="*/ 387885 h 1781745"/>
                <a:gd name="connsiteX45" fmla="*/ 953092 w 2324901"/>
                <a:gd name="connsiteY45" fmla="*/ 276459 h 1781745"/>
                <a:gd name="connsiteX46" fmla="*/ 537096 w 2324901"/>
                <a:gd name="connsiteY46" fmla="*/ 86472 h 1781745"/>
                <a:gd name="connsiteX47" fmla="*/ 218130 w 2324901"/>
                <a:gd name="connsiteY47" fmla="*/ 21795 h 1781745"/>
                <a:gd name="connsiteX48" fmla="*/ 2104050 w 2324901"/>
                <a:gd name="connsiteY48" fmla="*/ 21329 h 1781745"/>
                <a:gd name="connsiteX49" fmla="*/ 1788044 w 2324901"/>
                <a:gd name="connsiteY49" fmla="*/ 86472 h 1781745"/>
                <a:gd name="connsiteX50" fmla="*/ 1371580 w 2324901"/>
                <a:gd name="connsiteY50" fmla="*/ 276459 h 1781745"/>
                <a:gd name="connsiteX51" fmla="*/ 1183948 w 2324901"/>
                <a:gd name="connsiteY51" fmla="*/ 387826 h 1781745"/>
                <a:gd name="connsiteX52" fmla="*/ 1187586 w 2324901"/>
                <a:gd name="connsiteY52" fmla="*/ 389973 h 1781745"/>
                <a:gd name="connsiteX53" fmla="*/ 1414254 w 2324901"/>
                <a:gd name="connsiteY53" fmla="*/ 542939 h 1781745"/>
                <a:gd name="connsiteX54" fmla="*/ 1631460 w 2324901"/>
                <a:gd name="connsiteY54" fmla="*/ 710403 h 1781745"/>
                <a:gd name="connsiteX55" fmla="*/ 1821262 w 2324901"/>
                <a:gd name="connsiteY55" fmla="*/ 876044 h 1781745"/>
                <a:gd name="connsiteX56" fmla="*/ 1982102 w 2324901"/>
                <a:gd name="connsiteY56" fmla="*/ 714970 h 1781745"/>
                <a:gd name="connsiteX57" fmla="*/ 2121962 w 2324901"/>
                <a:gd name="connsiteY57" fmla="*/ 549158 h 1781745"/>
                <a:gd name="connsiteX58" fmla="*/ 2278952 w 2324901"/>
                <a:gd name="connsiteY58" fmla="*/ 83984 h 1781745"/>
                <a:gd name="connsiteX59" fmla="*/ 2104050 w 2324901"/>
                <a:gd name="connsiteY59" fmla="*/ 21329 h 1781745"/>
                <a:gd name="connsiteX60" fmla="*/ 212680 w 2324901"/>
                <a:gd name="connsiteY60" fmla="*/ 29 h 1781745"/>
                <a:gd name="connsiteX61" fmla="*/ 543326 w 2324901"/>
                <a:gd name="connsiteY61" fmla="*/ 66571 h 1781745"/>
                <a:gd name="connsiteX62" fmla="*/ 963372 w 2324901"/>
                <a:gd name="connsiteY62" fmla="*/ 257647 h 1781745"/>
                <a:gd name="connsiteX63" fmla="*/ 1162552 w 2324901"/>
                <a:gd name="connsiteY63" fmla="*/ 375199 h 1781745"/>
                <a:gd name="connsiteX64" fmla="*/ 1361612 w 2324901"/>
                <a:gd name="connsiteY64" fmla="*/ 257647 h 1781745"/>
                <a:gd name="connsiteX65" fmla="*/ 1780568 w 2324901"/>
                <a:gd name="connsiteY65" fmla="*/ 66571 h 1781745"/>
                <a:gd name="connsiteX66" fmla="*/ 2296396 w 2324901"/>
                <a:gd name="connsiteY66" fmla="*/ 71546 h 1781745"/>
                <a:gd name="connsiteX67" fmla="*/ 2139404 w 2324901"/>
                <a:gd name="connsiteY67" fmla="*/ 561596 h 1781745"/>
                <a:gd name="connsiteX68" fmla="*/ 1998592 w 2324901"/>
                <a:gd name="connsiteY68" fmla="*/ 729059 h 1781745"/>
                <a:gd name="connsiteX69" fmla="*/ 1837068 w 2324901"/>
                <a:gd name="connsiteY69" fmla="*/ 891036 h 1781745"/>
                <a:gd name="connsiteX70" fmla="*/ 1998592 w 2324901"/>
                <a:gd name="connsiteY70" fmla="*/ 1052792 h 1781745"/>
                <a:gd name="connsiteX71" fmla="*/ 2139404 w 2324901"/>
                <a:gd name="connsiteY71" fmla="*/ 1219556 h 1781745"/>
                <a:gd name="connsiteX72" fmla="*/ 2296396 w 2324901"/>
                <a:gd name="connsiteY72" fmla="*/ 1709606 h 1781745"/>
                <a:gd name="connsiteX73" fmla="*/ 2107010 w 2324901"/>
                <a:gd name="connsiteY73" fmla="*/ 1781745 h 1781745"/>
                <a:gd name="connsiteX74" fmla="*/ 1780568 w 2324901"/>
                <a:gd name="connsiteY74" fmla="*/ 1714581 h 1781745"/>
                <a:gd name="connsiteX75" fmla="*/ 1361612 w 2324901"/>
                <a:gd name="connsiteY75" fmla="*/ 1523971 h 1781745"/>
                <a:gd name="connsiteX76" fmla="*/ 1162552 w 2324901"/>
                <a:gd name="connsiteY76" fmla="*/ 1406471 h 1781745"/>
                <a:gd name="connsiteX77" fmla="*/ 963372 w 2324901"/>
                <a:gd name="connsiteY77" fmla="*/ 1523971 h 1781745"/>
                <a:gd name="connsiteX78" fmla="*/ 543326 w 2324901"/>
                <a:gd name="connsiteY78" fmla="*/ 1714581 h 1781745"/>
                <a:gd name="connsiteX79" fmla="*/ 216884 w 2324901"/>
                <a:gd name="connsiteY79" fmla="*/ 1781745 h 1781745"/>
                <a:gd name="connsiteX80" fmla="*/ 28744 w 2324901"/>
                <a:gd name="connsiteY80" fmla="*/ 1709606 h 1781745"/>
                <a:gd name="connsiteX81" fmla="*/ 184490 w 2324901"/>
                <a:gd name="connsiteY81" fmla="*/ 1219556 h 1781745"/>
                <a:gd name="connsiteX82" fmla="*/ 326024 w 2324901"/>
                <a:gd name="connsiteY82" fmla="*/ 1052792 h 1781745"/>
                <a:gd name="connsiteX83" fmla="*/ 487898 w 2324901"/>
                <a:gd name="connsiteY83" fmla="*/ 891036 h 1781745"/>
                <a:gd name="connsiteX84" fmla="*/ 326024 w 2324901"/>
                <a:gd name="connsiteY84" fmla="*/ 729059 h 1781745"/>
                <a:gd name="connsiteX85" fmla="*/ 184490 w 2324901"/>
                <a:gd name="connsiteY85" fmla="*/ 561596 h 1781745"/>
                <a:gd name="connsiteX86" fmla="*/ 28744 w 2324901"/>
                <a:gd name="connsiteY86" fmla="*/ 71546 h 1781745"/>
                <a:gd name="connsiteX87" fmla="*/ 212680 w 2324901"/>
                <a:gd name="connsiteY87" fmla="*/ 29 h 1781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324901" h="1781745">
                  <a:moveTo>
                    <a:pt x="1821342" y="905963"/>
                  </a:moveTo>
                  <a:lnTo>
                    <a:pt x="1631460" y="1071449"/>
                  </a:lnTo>
                  <a:cubicBezTo>
                    <a:pt x="1562290" y="1127983"/>
                    <a:pt x="1489634" y="1183798"/>
                    <a:pt x="1414254" y="1238213"/>
                  </a:cubicBezTo>
                  <a:cubicBezTo>
                    <a:pt x="1338874" y="1292628"/>
                    <a:pt x="1263026" y="1343934"/>
                    <a:pt x="1187586" y="1391703"/>
                  </a:cubicBezTo>
                  <a:lnTo>
                    <a:pt x="1183996" y="1393821"/>
                  </a:lnTo>
                  <a:lnTo>
                    <a:pt x="1371580" y="1504848"/>
                  </a:lnTo>
                  <a:cubicBezTo>
                    <a:pt x="1517980" y="1585227"/>
                    <a:pt x="1659086" y="1649904"/>
                    <a:pt x="1788044" y="1694680"/>
                  </a:cubicBezTo>
                  <a:cubicBezTo>
                    <a:pt x="2038482" y="1780502"/>
                    <a:pt x="2216654" y="1781745"/>
                    <a:pt x="2278952" y="1697168"/>
                  </a:cubicBezTo>
                  <a:cubicBezTo>
                    <a:pt x="2340004" y="1612591"/>
                    <a:pt x="2282690" y="1442193"/>
                    <a:pt x="2121962" y="1233238"/>
                  </a:cubicBezTo>
                  <a:cubicBezTo>
                    <a:pt x="2080846" y="1178823"/>
                    <a:pt x="2033966" y="1123163"/>
                    <a:pt x="1982102" y="1066902"/>
                  </a:cubicBezTo>
                  <a:close/>
                  <a:moveTo>
                    <a:pt x="503392" y="905741"/>
                  </a:moveTo>
                  <a:lnTo>
                    <a:pt x="342336" y="1066902"/>
                  </a:lnTo>
                  <a:cubicBezTo>
                    <a:pt x="290396" y="1123163"/>
                    <a:pt x="243360" y="1178823"/>
                    <a:pt x="201932" y="1233238"/>
                  </a:cubicBezTo>
                  <a:cubicBezTo>
                    <a:pt x="41204" y="1442193"/>
                    <a:pt x="-16110" y="1612591"/>
                    <a:pt x="46188" y="1697168"/>
                  </a:cubicBezTo>
                  <a:cubicBezTo>
                    <a:pt x="107240" y="1781745"/>
                    <a:pt x="285412" y="1780502"/>
                    <a:pt x="537096" y="1694680"/>
                  </a:cubicBezTo>
                  <a:cubicBezTo>
                    <a:pt x="665432" y="1649904"/>
                    <a:pt x="806536" y="1585227"/>
                    <a:pt x="953092" y="1504848"/>
                  </a:cubicBezTo>
                  <a:lnTo>
                    <a:pt x="1141022" y="1393762"/>
                  </a:lnTo>
                  <a:lnTo>
                    <a:pt x="1137534" y="1391703"/>
                  </a:lnTo>
                  <a:cubicBezTo>
                    <a:pt x="1062114" y="1343934"/>
                    <a:pt x="986266" y="1292628"/>
                    <a:pt x="910886" y="1238213"/>
                  </a:cubicBezTo>
                  <a:cubicBezTo>
                    <a:pt x="835506" y="1183798"/>
                    <a:pt x="762850" y="1127983"/>
                    <a:pt x="693660" y="1071449"/>
                  </a:cubicBezTo>
                  <a:close/>
                  <a:moveTo>
                    <a:pt x="1162474" y="400572"/>
                  </a:moveTo>
                  <a:lnTo>
                    <a:pt x="1148864" y="408650"/>
                  </a:lnTo>
                  <a:cubicBezTo>
                    <a:pt x="1073874" y="456341"/>
                    <a:pt x="998416" y="507492"/>
                    <a:pt x="923346" y="561596"/>
                  </a:cubicBezTo>
                  <a:cubicBezTo>
                    <a:pt x="848276" y="615701"/>
                    <a:pt x="776010" y="671127"/>
                    <a:pt x="707248" y="727233"/>
                  </a:cubicBezTo>
                  <a:lnTo>
                    <a:pt x="519052" y="890970"/>
                  </a:lnTo>
                  <a:lnTo>
                    <a:pt x="707248" y="1054988"/>
                  </a:lnTo>
                  <a:cubicBezTo>
                    <a:pt x="776010" y="1111192"/>
                    <a:pt x="848276" y="1166695"/>
                    <a:pt x="923346" y="1220800"/>
                  </a:cubicBezTo>
                  <a:cubicBezTo>
                    <a:pt x="998416" y="1274593"/>
                    <a:pt x="1073874" y="1325511"/>
                    <a:pt x="1148864" y="1373027"/>
                  </a:cubicBezTo>
                  <a:lnTo>
                    <a:pt x="1162474" y="1381082"/>
                  </a:lnTo>
                  <a:lnTo>
                    <a:pt x="1176100" y="1373027"/>
                  </a:lnTo>
                  <a:cubicBezTo>
                    <a:pt x="1251188" y="1325511"/>
                    <a:pt x="1326726" y="1274593"/>
                    <a:pt x="1401794" y="1220800"/>
                  </a:cubicBezTo>
                  <a:cubicBezTo>
                    <a:pt x="1476552" y="1166695"/>
                    <a:pt x="1548662" y="1111192"/>
                    <a:pt x="1617346" y="1054988"/>
                  </a:cubicBezTo>
                  <a:lnTo>
                    <a:pt x="1805468" y="890970"/>
                  </a:lnTo>
                  <a:lnTo>
                    <a:pt x="1617346" y="727233"/>
                  </a:lnTo>
                  <a:cubicBezTo>
                    <a:pt x="1548662" y="671127"/>
                    <a:pt x="1476552" y="615701"/>
                    <a:pt x="1401794" y="561596"/>
                  </a:cubicBezTo>
                  <a:cubicBezTo>
                    <a:pt x="1326726" y="507492"/>
                    <a:pt x="1251188" y="456341"/>
                    <a:pt x="1176100" y="408650"/>
                  </a:cubicBezTo>
                  <a:close/>
                  <a:moveTo>
                    <a:pt x="218130" y="21795"/>
                  </a:moveTo>
                  <a:cubicBezTo>
                    <a:pt x="135896" y="21795"/>
                    <a:pt x="76090" y="42939"/>
                    <a:pt x="46188" y="83984"/>
                  </a:cubicBezTo>
                  <a:cubicBezTo>
                    <a:pt x="-16110" y="169805"/>
                    <a:pt x="41204" y="338959"/>
                    <a:pt x="201932" y="549158"/>
                  </a:cubicBezTo>
                  <a:cubicBezTo>
                    <a:pt x="243360" y="603263"/>
                    <a:pt x="290396" y="658766"/>
                    <a:pt x="342336" y="714970"/>
                  </a:cubicBezTo>
                  <a:lnTo>
                    <a:pt x="503472" y="876266"/>
                  </a:lnTo>
                  <a:lnTo>
                    <a:pt x="693660" y="710403"/>
                  </a:lnTo>
                  <a:cubicBezTo>
                    <a:pt x="762850" y="653713"/>
                    <a:pt x="835506" y="597666"/>
                    <a:pt x="910886" y="542939"/>
                  </a:cubicBezTo>
                  <a:cubicBezTo>
                    <a:pt x="986266" y="488835"/>
                    <a:pt x="1062114" y="437684"/>
                    <a:pt x="1137534" y="389973"/>
                  </a:cubicBezTo>
                  <a:lnTo>
                    <a:pt x="1141070" y="387885"/>
                  </a:lnTo>
                  <a:lnTo>
                    <a:pt x="953092" y="276459"/>
                  </a:lnTo>
                  <a:cubicBezTo>
                    <a:pt x="806536" y="195925"/>
                    <a:pt x="665432" y="131248"/>
                    <a:pt x="537096" y="86472"/>
                  </a:cubicBezTo>
                  <a:cubicBezTo>
                    <a:pt x="410008" y="42939"/>
                    <a:pt x="301610" y="21795"/>
                    <a:pt x="218130" y="21795"/>
                  </a:cubicBezTo>
                  <a:close/>
                  <a:moveTo>
                    <a:pt x="2104050" y="21329"/>
                  </a:moveTo>
                  <a:cubicBezTo>
                    <a:pt x="2020416" y="21795"/>
                    <a:pt x="1913264" y="43562"/>
                    <a:pt x="1788044" y="86472"/>
                  </a:cubicBezTo>
                  <a:cubicBezTo>
                    <a:pt x="1659086" y="131248"/>
                    <a:pt x="1517980" y="195925"/>
                    <a:pt x="1371580" y="276459"/>
                  </a:cubicBezTo>
                  <a:lnTo>
                    <a:pt x="1183948" y="387826"/>
                  </a:lnTo>
                  <a:lnTo>
                    <a:pt x="1187586" y="389973"/>
                  </a:lnTo>
                  <a:cubicBezTo>
                    <a:pt x="1263026" y="437684"/>
                    <a:pt x="1338874" y="488835"/>
                    <a:pt x="1414254" y="542939"/>
                  </a:cubicBezTo>
                  <a:cubicBezTo>
                    <a:pt x="1489634" y="597666"/>
                    <a:pt x="1562290" y="653713"/>
                    <a:pt x="1631460" y="710403"/>
                  </a:cubicBezTo>
                  <a:lnTo>
                    <a:pt x="1821262" y="876044"/>
                  </a:lnTo>
                  <a:lnTo>
                    <a:pt x="1982102" y="714970"/>
                  </a:lnTo>
                  <a:cubicBezTo>
                    <a:pt x="2033966" y="658766"/>
                    <a:pt x="2080846" y="603263"/>
                    <a:pt x="2121962" y="549158"/>
                  </a:cubicBezTo>
                  <a:cubicBezTo>
                    <a:pt x="2282690" y="338959"/>
                    <a:pt x="2340004" y="169805"/>
                    <a:pt x="2278952" y="83984"/>
                  </a:cubicBezTo>
                  <a:cubicBezTo>
                    <a:pt x="2247804" y="41696"/>
                    <a:pt x="2187686" y="20862"/>
                    <a:pt x="2104050" y="21329"/>
                  </a:cubicBezTo>
                  <a:close/>
                  <a:moveTo>
                    <a:pt x="212680" y="29"/>
                  </a:moveTo>
                  <a:cubicBezTo>
                    <a:pt x="299740" y="-904"/>
                    <a:pt x="411254" y="21173"/>
                    <a:pt x="543326" y="66571"/>
                  </a:cubicBezTo>
                  <a:cubicBezTo>
                    <a:pt x="673530" y="111969"/>
                    <a:pt x="815880" y="176957"/>
                    <a:pt x="963372" y="257647"/>
                  </a:cubicBezTo>
                  <a:lnTo>
                    <a:pt x="1162552" y="375199"/>
                  </a:lnTo>
                  <a:lnTo>
                    <a:pt x="1361612" y="257647"/>
                  </a:lnTo>
                  <a:cubicBezTo>
                    <a:pt x="1508948" y="176957"/>
                    <a:pt x="1650988" y="111969"/>
                    <a:pt x="1780568" y="66571"/>
                  </a:cubicBezTo>
                  <a:cubicBezTo>
                    <a:pt x="2044712" y="-24225"/>
                    <a:pt x="2227868" y="-21737"/>
                    <a:pt x="2296396" y="71546"/>
                  </a:cubicBezTo>
                  <a:cubicBezTo>
                    <a:pt x="2364924" y="166074"/>
                    <a:pt x="2308856" y="340203"/>
                    <a:pt x="2139404" y="561596"/>
                  </a:cubicBezTo>
                  <a:cubicBezTo>
                    <a:pt x="2097976" y="616322"/>
                    <a:pt x="2050786" y="672370"/>
                    <a:pt x="1998592" y="729059"/>
                  </a:cubicBezTo>
                  <a:lnTo>
                    <a:pt x="1837068" y="891036"/>
                  </a:lnTo>
                  <a:lnTo>
                    <a:pt x="1998592" y="1052792"/>
                  </a:lnTo>
                  <a:cubicBezTo>
                    <a:pt x="2050786" y="1109326"/>
                    <a:pt x="2097976" y="1165140"/>
                    <a:pt x="2139404" y="1219556"/>
                  </a:cubicBezTo>
                  <a:cubicBezTo>
                    <a:pt x="2308856" y="1440949"/>
                    <a:pt x="2364924" y="1615078"/>
                    <a:pt x="2296396" y="1709606"/>
                  </a:cubicBezTo>
                  <a:cubicBezTo>
                    <a:pt x="2261510" y="1758113"/>
                    <a:pt x="2196720" y="1781745"/>
                    <a:pt x="2107010" y="1781745"/>
                  </a:cubicBezTo>
                  <a:cubicBezTo>
                    <a:pt x="2019792" y="1781745"/>
                    <a:pt x="1910148" y="1759357"/>
                    <a:pt x="1780568" y="1714581"/>
                  </a:cubicBezTo>
                  <a:cubicBezTo>
                    <a:pt x="1650988" y="1669183"/>
                    <a:pt x="1508948" y="1604506"/>
                    <a:pt x="1361612" y="1523971"/>
                  </a:cubicBezTo>
                  <a:lnTo>
                    <a:pt x="1162552" y="1406471"/>
                  </a:lnTo>
                  <a:lnTo>
                    <a:pt x="963372" y="1523971"/>
                  </a:lnTo>
                  <a:cubicBezTo>
                    <a:pt x="815880" y="1604506"/>
                    <a:pt x="673530" y="1669183"/>
                    <a:pt x="543326" y="1714581"/>
                  </a:cubicBezTo>
                  <a:cubicBezTo>
                    <a:pt x="413746" y="1759357"/>
                    <a:pt x="304102" y="1781745"/>
                    <a:pt x="216884" y="1781745"/>
                  </a:cubicBezTo>
                  <a:cubicBezTo>
                    <a:pt x="128420" y="1781745"/>
                    <a:pt x="63630" y="1758113"/>
                    <a:pt x="28744" y="1709606"/>
                  </a:cubicBezTo>
                  <a:cubicBezTo>
                    <a:pt x="-39784" y="1615078"/>
                    <a:pt x="15038" y="1440949"/>
                    <a:pt x="184490" y="1219556"/>
                  </a:cubicBezTo>
                  <a:cubicBezTo>
                    <a:pt x="226230" y="1165140"/>
                    <a:pt x="273654" y="1109326"/>
                    <a:pt x="326024" y="1052792"/>
                  </a:cubicBezTo>
                  <a:lnTo>
                    <a:pt x="487898" y="891036"/>
                  </a:lnTo>
                  <a:lnTo>
                    <a:pt x="326024" y="729059"/>
                  </a:lnTo>
                  <a:cubicBezTo>
                    <a:pt x="273654" y="672370"/>
                    <a:pt x="226230" y="616322"/>
                    <a:pt x="184490" y="561596"/>
                  </a:cubicBezTo>
                  <a:cubicBezTo>
                    <a:pt x="15038" y="340203"/>
                    <a:pt x="-39784" y="166074"/>
                    <a:pt x="28744" y="71546"/>
                  </a:cubicBezTo>
                  <a:cubicBezTo>
                    <a:pt x="63008" y="24905"/>
                    <a:pt x="125618" y="962"/>
                    <a:pt x="212680" y="29"/>
                  </a:cubicBez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1" name="Freeform 97">
              <a:extLst>
                <a:ext uri="{FF2B5EF4-FFF2-40B4-BE49-F238E27FC236}">
                  <a16:creationId xmlns:a16="http://schemas.microsoft.com/office/drawing/2014/main" id="{68729EF3-E30B-E941-A24F-1E5A3DBF6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6607" y="11031340"/>
              <a:ext cx="2257640" cy="1109595"/>
            </a:xfrm>
            <a:custGeom>
              <a:avLst/>
              <a:gdLst>
                <a:gd name="T0" fmla="*/ 1760 w 1812"/>
                <a:gd name="T1" fmla="*/ 812 h 891"/>
                <a:gd name="T2" fmla="*/ 1760 w 1812"/>
                <a:gd name="T3" fmla="*/ 812 h 891"/>
                <a:gd name="T4" fmla="*/ 1577 w 1812"/>
                <a:gd name="T5" fmla="*/ 404 h 891"/>
                <a:gd name="T6" fmla="*/ 1577 w 1812"/>
                <a:gd name="T7" fmla="*/ 404 h 891"/>
                <a:gd name="T8" fmla="*/ 1388 w 1812"/>
                <a:gd name="T9" fmla="*/ 425 h 891"/>
                <a:gd name="T10" fmla="*/ 1388 w 1812"/>
                <a:gd name="T11" fmla="*/ 425 h 891"/>
                <a:gd name="T12" fmla="*/ 917 w 1812"/>
                <a:gd name="T13" fmla="*/ 0 h 891"/>
                <a:gd name="T14" fmla="*/ 917 w 1812"/>
                <a:gd name="T15" fmla="*/ 0 h 891"/>
                <a:gd name="T16" fmla="*/ 509 w 1812"/>
                <a:gd name="T17" fmla="*/ 246 h 891"/>
                <a:gd name="T18" fmla="*/ 509 w 1812"/>
                <a:gd name="T19" fmla="*/ 246 h 891"/>
                <a:gd name="T20" fmla="*/ 148 w 1812"/>
                <a:gd name="T21" fmla="*/ 218 h 891"/>
                <a:gd name="T22" fmla="*/ 148 w 1812"/>
                <a:gd name="T23" fmla="*/ 218 h 891"/>
                <a:gd name="T24" fmla="*/ 139 w 1812"/>
                <a:gd name="T25" fmla="*/ 760 h 891"/>
                <a:gd name="T26" fmla="*/ 139 w 1812"/>
                <a:gd name="T27" fmla="*/ 760 h 891"/>
                <a:gd name="T28" fmla="*/ 263 w 1812"/>
                <a:gd name="T29" fmla="*/ 890 h 891"/>
                <a:gd name="T30" fmla="*/ 1729 w 1812"/>
                <a:gd name="T31" fmla="*/ 890 h 891"/>
                <a:gd name="T32" fmla="*/ 1729 w 1812"/>
                <a:gd name="T33" fmla="*/ 890 h 891"/>
                <a:gd name="T34" fmla="*/ 1760 w 1812"/>
                <a:gd name="T35" fmla="*/ 812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12" h="891">
                  <a:moveTo>
                    <a:pt x="1760" y="812"/>
                  </a:moveTo>
                  <a:lnTo>
                    <a:pt x="1760" y="812"/>
                  </a:lnTo>
                  <a:cubicBezTo>
                    <a:pt x="1811" y="630"/>
                    <a:pt x="1729" y="447"/>
                    <a:pt x="1577" y="404"/>
                  </a:cubicBezTo>
                  <a:lnTo>
                    <a:pt x="1577" y="404"/>
                  </a:lnTo>
                  <a:cubicBezTo>
                    <a:pt x="1514" y="386"/>
                    <a:pt x="1447" y="395"/>
                    <a:pt x="1388" y="425"/>
                  </a:cubicBezTo>
                  <a:lnTo>
                    <a:pt x="1388" y="425"/>
                  </a:lnTo>
                  <a:cubicBezTo>
                    <a:pt x="1349" y="184"/>
                    <a:pt x="1153" y="0"/>
                    <a:pt x="917" y="0"/>
                  </a:cubicBezTo>
                  <a:lnTo>
                    <a:pt x="917" y="0"/>
                  </a:lnTo>
                  <a:cubicBezTo>
                    <a:pt x="745" y="0"/>
                    <a:pt x="594" y="98"/>
                    <a:pt x="509" y="246"/>
                  </a:cubicBezTo>
                  <a:lnTo>
                    <a:pt x="509" y="246"/>
                  </a:lnTo>
                  <a:cubicBezTo>
                    <a:pt x="387" y="165"/>
                    <a:pt x="248" y="149"/>
                    <a:pt x="148" y="218"/>
                  </a:cubicBezTo>
                  <a:lnTo>
                    <a:pt x="148" y="218"/>
                  </a:lnTo>
                  <a:cubicBezTo>
                    <a:pt x="5" y="319"/>
                    <a:pt x="0" y="561"/>
                    <a:pt x="139" y="760"/>
                  </a:cubicBezTo>
                  <a:lnTo>
                    <a:pt x="139" y="760"/>
                  </a:lnTo>
                  <a:cubicBezTo>
                    <a:pt x="175" y="811"/>
                    <a:pt x="218" y="855"/>
                    <a:pt x="263" y="890"/>
                  </a:cubicBezTo>
                  <a:lnTo>
                    <a:pt x="1729" y="890"/>
                  </a:lnTo>
                  <a:lnTo>
                    <a:pt x="1729" y="890"/>
                  </a:lnTo>
                  <a:cubicBezTo>
                    <a:pt x="1742" y="866"/>
                    <a:pt x="1752" y="840"/>
                    <a:pt x="1760" y="812"/>
                  </a:cubicBezTo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2" name="Freeform 98">
              <a:extLst>
                <a:ext uri="{FF2B5EF4-FFF2-40B4-BE49-F238E27FC236}">
                  <a16:creationId xmlns:a16="http://schemas.microsoft.com/office/drawing/2014/main" id="{5B6FEE49-6FA8-A440-ADB1-D9FECFB27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9565" y="11020354"/>
              <a:ext cx="2235668" cy="1131567"/>
            </a:xfrm>
            <a:custGeom>
              <a:avLst/>
              <a:gdLst>
                <a:gd name="T0" fmla="*/ 1733 w 1795"/>
                <a:gd name="T1" fmla="*/ 820 h 907"/>
                <a:gd name="T2" fmla="*/ 1733 w 1795"/>
                <a:gd name="T3" fmla="*/ 820 h 907"/>
                <a:gd name="T4" fmla="*/ 240 w 1795"/>
                <a:gd name="T5" fmla="*/ 889 h 907"/>
                <a:gd name="T6" fmla="*/ 1697 w 1795"/>
                <a:gd name="T7" fmla="*/ 889 h 907"/>
                <a:gd name="T8" fmla="*/ 1697 w 1795"/>
                <a:gd name="T9" fmla="*/ 889 h 907"/>
                <a:gd name="T10" fmla="*/ 1724 w 1795"/>
                <a:gd name="T11" fmla="*/ 818 h 907"/>
                <a:gd name="T12" fmla="*/ 1724 w 1795"/>
                <a:gd name="T13" fmla="*/ 818 h 907"/>
                <a:gd name="T14" fmla="*/ 1548 w 1795"/>
                <a:gd name="T15" fmla="*/ 420 h 907"/>
                <a:gd name="T16" fmla="*/ 1548 w 1795"/>
                <a:gd name="T17" fmla="*/ 420 h 907"/>
                <a:gd name="T18" fmla="*/ 1365 w 1795"/>
                <a:gd name="T19" fmla="*/ 441 h 907"/>
                <a:gd name="T20" fmla="*/ 1365 w 1795"/>
                <a:gd name="T21" fmla="*/ 441 h 907"/>
                <a:gd name="T22" fmla="*/ 1357 w 1795"/>
                <a:gd name="T23" fmla="*/ 441 h 907"/>
                <a:gd name="T24" fmla="*/ 1357 w 1795"/>
                <a:gd name="T25" fmla="*/ 441 h 907"/>
                <a:gd name="T26" fmla="*/ 1353 w 1795"/>
                <a:gd name="T27" fmla="*/ 435 h 907"/>
                <a:gd name="T28" fmla="*/ 1353 w 1795"/>
                <a:gd name="T29" fmla="*/ 435 h 907"/>
                <a:gd name="T30" fmla="*/ 890 w 1795"/>
                <a:gd name="T31" fmla="*/ 17 h 907"/>
                <a:gd name="T32" fmla="*/ 890 w 1795"/>
                <a:gd name="T33" fmla="*/ 17 h 907"/>
                <a:gd name="T34" fmla="*/ 490 w 1795"/>
                <a:gd name="T35" fmla="*/ 258 h 907"/>
                <a:gd name="T36" fmla="*/ 490 w 1795"/>
                <a:gd name="T37" fmla="*/ 258 h 907"/>
                <a:gd name="T38" fmla="*/ 484 w 1795"/>
                <a:gd name="T39" fmla="*/ 262 h 907"/>
                <a:gd name="T40" fmla="*/ 484 w 1795"/>
                <a:gd name="T41" fmla="*/ 262 h 907"/>
                <a:gd name="T42" fmla="*/ 477 w 1795"/>
                <a:gd name="T43" fmla="*/ 261 h 907"/>
                <a:gd name="T44" fmla="*/ 477 w 1795"/>
                <a:gd name="T45" fmla="*/ 261 h 907"/>
                <a:gd name="T46" fmla="*/ 126 w 1795"/>
                <a:gd name="T47" fmla="*/ 234 h 907"/>
                <a:gd name="T48" fmla="*/ 126 w 1795"/>
                <a:gd name="T49" fmla="*/ 234 h 907"/>
                <a:gd name="T50" fmla="*/ 19 w 1795"/>
                <a:gd name="T51" fmla="*/ 460 h 907"/>
                <a:gd name="T52" fmla="*/ 19 w 1795"/>
                <a:gd name="T53" fmla="*/ 460 h 907"/>
                <a:gd name="T54" fmla="*/ 119 w 1795"/>
                <a:gd name="T55" fmla="*/ 763 h 907"/>
                <a:gd name="T56" fmla="*/ 119 w 1795"/>
                <a:gd name="T57" fmla="*/ 763 h 907"/>
                <a:gd name="T58" fmla="*/ 240 w 1795"/>
                <a:gd name="T59" fmla="*/ 889 h 907"/>
                <a:gd name="T60" fmla="*/ 1702 w 1795"/>
                <a:gd name="T61" fmla="*/ 906 h 907"/>
                <a:gd name="T62" fmla="*/ 236 w 1795"/>
                <a:gd name="T63" fmla="*/ 906 h 907"/>
                <a:gd name="T64" fmla="*/ 236 w 1795"/>
                <a:gd name="T65" fmla="*/ 906 h 907"/>
                <a:gd name="T66" fmla="*/ 232 w 1795"/>
                <a:gd name="T67" fmla="*/ 904 h 907"/>
                <a:gd name="T68" fmla="*/ 232 w 1795"/>
                <a:gd name="T69" fmla="*/ 904 h 907"/>
                <a:gd name="T70" fmla="*/ 105 w 1795"/>
                <a:gd name="T71" fmla="*/ 773 h 907"/>
                <a:gd name="T72" fmla="*/ 105 w 1795"/>
                <a:gd name="T73" fmla="*/ 773 h 907"/>
                <a:gd name="T74" fmla="*/ 2 w 1795"/>
                <a:gd name="T75" fmla="*/ 460 h 907"/>
                <a:gd name="T76" fmla="*/ 2 w 1795"/>
                <a:gd name="T77" fmla="*/ 460 h 907"/>
                <a:gd name="T78" fmla="*/ 117 w 1795"/>
                <a:gd name="T79" fmla="*/ 219 h 907"/>
                <a:gd name="T80" fmla="*/ 117 w 1795"/>
                <a:gd name="T81" fmla="*/ 219 h 907"/>
                <a:gd name="T82" fmla="*/ 479 w 1795"/>
                <a:gd name="T83" fmla="*/ 241 h 907"/>
                <a:gd name="T84" fmla="*/ 479 w 1795"/>
                <a:gd name="T85" fmla="*/ 241 h 907"/>
                <a:gd name="T86" fmla="*/ 890 w 1795"/>
                <a:gd name="T87" fmla="*/ 0 h 907"/>
                <a:gd name="T88" fmla="*/ 890 w 1795"/>
                <a:gd name="T89" fmla="*/ 0 h 907"/>
                <a:gd name="T90" fmla="*/ 1368 w 1795"/>
                <a:gd name="T91" fmla="*/ 420 h 907"/>
                <a:gd name="T92" fmla="*/ 1368 w 1795"/>
                <a:gd name="T93" fmla="*/ 420 h 907"/>
                <a:gd name="T94" fmla="*/ 1553 w 1795"/>
                <a:gd name="T95" fmla="*/ 403 h 907"/>
                <a:gd name="T96" fmla="*/ 1553 w 1795"/>
                <a:gd name="T97" fmla="*/ 403 h 907"/>
                <a:gd name="T98" fmla="*/ 1741 w 1795"/>
                <a:gd name="T99" fmla="*/ 822 h 907"/>
                <a:gd name="T100" fmla="*/ 1741 w 1795"/>
                <a:gd name="T101" fmla="*/ 822 h 907"/>
                <a:gd name="T102" fmla="*/ 1710 w 1795"/>
                <a:gd name="T103" fmla="*/ 902 h 907"/>
                <a:gd name="T104" fmla="*/ 1710 w 1795"/>
                <a:gd name="T105" fmla="*/ 902 h 907"/>
                <a:gd name="T106" fmla="*/ 1702 w 1795"/>
                <a:gd name="T107" fmla="*/ 906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95" h="907">
                  <a:moveTo>
                    <a:pt x="1733" y="820"/>
                  </a:moveTo>
                  <a:lnTo>
                    <a:pt x="1733" y="820"/>
                  </a:lnTo>
                  <a:close/>
                  <a:moveTo>
                    <a:pt x="240" y="889"/>
                  </a:moveTo>
                  <a:lnTo>
                    <a:pt x="1697" y="889"/>
                  </a:lnTo>
                  <a:lnTo>
                    <a:pt x="1697" y="889"/>
                  </a:lnTo>
                  <a:cubicBezTo>
                    <a:pt x="1708" y="867"/>
                    <a:pt x="1718" y="843"/>
                    <a:pt x="1724" y="818"/>
                  </a:cubicBezTo>
                  <a:lnTo>
                    <a:pt x="1724" y="818"/>
                  </a:lnTo>
                  <a:cubicBezTo>
                    <a:pt x="1774" y="640"/>
                    <a:pt x="1696" y="462"/>
                    <a:pt x="1548" y="420"/>
                  </a:cubicBezTo>
                  <a:lnTo>
                    <a:pt x="1548" y="420"/>
                  </a:lnTo>
                  <a:cubicBezTo>
                    <a:pt x="1488" y="403"/>
                    <a:pt x="1425" y="411"/>
                    <a:pt x="1365" y="441"/>
                  </a:cubicBezTo>
                  <a:lnTo>
                    <a:pt x="1365" y="441"/>
                  </a:lnTo>
                  <a:cubicBezTo>
                    <a:pt x="1363" y="443"/>
                    <a:pt x="1360" y="443"/>
                    <a:pt x="1357" y="441"/>
                  </a:cubicBezTo>
                  <a:lnTo>
                    <a:pt x="1357" y="441"/>
                  </a:lnTo>
                  <a:cubicBezTo>
                    <a:pt x="1355" y="440"/>
                    <a:pt x="1353" y="438"/>
                    <a:pt x="1353" y="435"/>
                  </a:cubicBezTo>
                  <a:lnTo>
                    <a:pt x="1353" y="435"/>
                  </a:lnTo>
                  <a:cubicBezTo>
                    <a:pt x="1314" y="193"/>
                    <a:pt x="1119" y="17"/>
                    <a:pt x="890" y="17"/>
                  </a:cubicBezTo>
                  <a:lnTo>
                    <a:pt x="890" y="17"/>
                  </a:lnTo>
                  <a:cubicBezTo>
                    <a:pt x="726" y="17"/>
                    <a:pt x="576" y="107"/>
                    <a:pt x="490" y="258"/>
                  </a:cubicBezTo>
                  <a:lnTo>
                    <a:pt x="490" y="258"/>
                  </a:lnTo>
                  <a:cubicBezTo>
                    <a:pt x="488" y="260"/>
                    <a:pt x="487" y="262"/>
                    <a:pt x="484" y="262"/>
                  </a:cubicBezTo>
                  <a:lnTo>
                    <a:pt x="484" y="262"/>
                  </a:lnTo>
                  <a:cubicBezTo>
                    <a:pt x="482" y="263"/>
                    <a:pt x="480" y="262"/>
                    <a:pt x="477" y="261"/>
                  </a:cubicBezTo>
                  <a:lnTo>
                    <a:pt x="477" y="261"/>
                  </a:lnTo>
                  <a:cubicBezTo>
                    <a:pt x="354" y="179"/>
                    <a:pt x="219" y="169"/>
                    <a:pt x="126" y="234"/>
                  </a:cubicBezTo>
                  <a:lnTo>
                    <a:pt x="126" y="234"/>
                  </a:lnTo>
                  <a:cubicBezTo>
                    <a:pt x="59" y="281"/>
                    <a:pt x="21" y="361"/>
                    <a:pt x="19" y="460"/>
                  </a:cubicBezTo>
                  <a:lnTo>
                    <a:pt x="19" y="460"/>
                  </a:lnTo>
                  <a:cubicBezTo>
                    <a:pt x="17" y="561"/>
                    <a:pt x="53" y="668"/>
                    <a:pt x="119" y="763"/>
                  </a:cubicBezTo>
                  <a:lnTo>
                    <a:pt x="119" y="763"/>
                  </a:lnTo>
                  <a:cubicBezTo>
                    <a:pt x="153" y="812"/>
                    <a:pt x="194" y="854"/>
                    <a:pt x="240" y="889"/>
                  </a:cubicBezTo>
                  <a:close/>
                  <a:moveTo>
                    <a:pt x="1702" y="906"/>
                  </a:moveTo>
                  <a:lnTo>
                    <a:pt x="236" y="906"/>
                  </a:lnTo>
                  <a:lnTo>
                    <a:pt x="236" y="906"/>
                  </a:lnTo>
                  <a:cubicBezTo>
                    <a:pt x="235" y="906"/>
                    <a:pt x="233" y="906"/>
                    <a:pt x="232" y="904"/>
                  </a:cubicBezTo>
                  <a:lnTo>
                    <a:pt x="232" y="904"/>
                  </a:lnTo>
                  <a:cubicBezTo>
                    <a:pt x="183" y="868"/>
                    <a:pt x="141" y="824"/>
                    <a:pt x="105" y="773"/>
                  </a:cubicBezTo>
                  <a:lnTo>
                    <a:pt x="105" y="773"/>
                  </a:lnTo>
                  <a:cubicBezTo>
                    <a:pt x="37" y="675"/>
                    <a:pt x="0" y="564"/>
                    <a:pt x="2" y="460"/>
                  </a:cubicBezTo>
                  <a:lnTo>
                    <a:pt x="2" y="460"/>
                  </a:lnTo>
                  <a:cubicBezTo>
                    <a:pt x="4" y="355"/>
                    <a:pt x="45" y="270"/>
                    <a:pt x="117" y="219"/>
                  </a:cubicBezTo>
                  <a:lnTo>
                    <a:pt x="117" y="219"/>
                  </a:lnTo>
                  <a:cubicBezTo>
                    <a:pt x="213" y="151"/>
                    <a:pt x="351" y="160"/>
                    <a:pt x="479" y="241"/>
                  </a:cubicBezTo>
                  <a:lnTo>
                    <a:pt x="479" y="241"/>
                  </a:lnTo>
                  <a:cubicBezTo>
                    <a:pt x="570" y="90"/>
                    <a:pt x="723" y="0"/>
                    <a:pt x="890" y="0"/>
                  </a:cubicBezTo>
                  <a:lnTo>
                    <a:pt x="890" y="0"/>
                  </a:lnTo>
                  <a:cubicBezTo>
                    <a:pt x="1124" y="0"/>
                    <a:pt x="1323" y="176"/>
                    <a:pt x="1368" y="420"/>
                  </a:cubicBezTo>
                  <a:lnTo>
                    <a:pt x="1368" y="420"/>
                  </a:lnTo>
                  <a:cubicBezTo>
                    <a:pt x="1428" y="392"/>
                    <a:pt x="1492" y="386"/>
                    <a:pt x="1553" y="403"/>
                  </a:cubicBezTo>
                  <a:lnTo>
                    <a:pt x="1553" y="403"/>
                  </a:lnTo>
                  <a:cubicBezTo>
                    <a:pt x="1709" y="448"/>
                    <a:pt x="1794" y="636"/>
                    <a:pt x="1741" y="822"/>
                  </a:cubicBezTo>
                  <a:lnTo>
                    <a:pt x="1741" y="822"/>
                  </a:lnTo>
                  <a:cubicBezTo>
                    <a:pt x="1733" y="850"/>
                    <a:pt x="1723" y="877"/>
                    <a:pt x="1710" y="902"/>
                  </a:cubicBezTo>
                  <a:lnTo>
                    <a:pt x="1710" y="902"/>
                  </a:lnTo>
                  <a:cubicBezTo>
                    <a:pt x="1708" y="904"/>
                    <a:pt x="1705" y="906"/>
                    <a:pt x="1702" y="906"/>
                  </a:cubicBezTo>
                  <a:close/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3" name="Freeform 99">
              <a:extLst>
                <a:ext uri="{FF2B5EF4-FFF2-40B4-BE49-F238E27FC236}">
                  <a16:creationId xmlns:a16="http://schemas.microsoft.com/office/drawing/2014/main" id="{8F76C5FE-BC01-3F42-9E32-B4B472496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3236" y="11124717"/>
              <a:ext cx="950299" cy="944804"/>
            </a:xfrm>
            <a:custGeom>
              <a:avLst/>
              <a:gdLst>
                <a:gd name="T0" fmla="*/ 761 w 762"/>
                <a:gd name="T1" fmla="*/ 379 h 759"/>
                <a:gd name="T2" fmla="*/ 761 w 762"/>
                <a:gd name="T3" fmla="*/ 379 h 759"/>
                <a:gd name="T4" fmla="*/ 380 w 762"/>
                <a:gd name="T5" fmla="*/ 758 h 759"/>
                <a:gd name="T6" fmla="*/ 380 w 762"/>
                <a:gd name="T7" fmla="*/ 758 h 759"/>
                <a:gd name="T8" fmla="*/ 0 w 762"/>
                <a:gd name="T9" fmla="*/ 379 h 759"/>
                <a:gd name="T10" fmla="*/ 0 w 762"/>
                <a:gd name="T11" fmla="*/ 379 h 759"/>
                <a:gd name="T12" fmla="*/ 380 w 762"/>
                <a:gd name="T13" fmla="*/ 0 h 759"/>
                <a:gd name="T14" fmla="*/ 380 w 762"/>
                <a:gd name="T15" fmla="*/ 0 h 759"/>
                <a:gd name="T16" fmla="*/ 761 w 762"/>
                <a:gd name="T17" fmla="*/ 379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2" h="759">
                  <a:moveTo>
                    <a:pt x="761" y="379"/>
                  </a:moveTo>
                  <a:lnTo>
                    <a:pt x="761" y="379"/>
                  </a:lnTo>
                  <a:cubicBezTo>
                    <a:pt x="761" y="589"/>
                    <a:pt x="591" y="758"/>
                    <a:pt x="380" y="758"/>
                  </a:cubicBezTo>
                  <a:lnTo>
                    <a:pt x="380" y="758"/>
                  </a:lnTo>
                  <a:cubicBezTo>
                    <a:pt x="171" y="758"/>
                    <a:pt x="0" y="589"/>
                    <a:pt x="0" y="379"/>
                  </a:cubicBezTo>
                  <a:lnTo>
                    <a:pt x="0" y="379"/>
                  </a:lnTo>
                  <a:cubicBezTo>
                    <a:pt x="0" y="170"/>
                    <a:pt x="171" y="0"/>
                    <a:pt x="380" y="0"/>
                  </a:cubicBezTo>
                  <a:lnTo>
                    <a:pt x="380" y="0"/>
                  </a:lnTo>
                  <a:cubicBezTo>
                    <a:pt x="591" y="0"/>
                    <a:pt x="761" y="170"/>
                    <a:pt x="761" y="3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4" name="Freeform 100">
              <a:extLst>
                <a:ext uri="{FF2B5EF4-FFF2-40B4-BE49-F238E27FC236}">
                  <a16:creationId xmlns:a16="http://schemas.microsoft.com/office/drawing/2014/main" id="{1DA43A98-1406-6F4C-894B-D3E2D178B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9861" y="11267536"/>
              <a:ext cx="357050" cy="400994"/>
            </a:xfrm>
            <a:custGeom>
              <a:avLst/>
              <a:gdLst>
                <a:gd name="T0" fmla="*/ 54 w 287"/>
                <a:gd name="T1" fmla="*/ 268 h 323"/>
                <a:gd name="T2" fmla="*/ 233 w 287"/>
                <a:gd name="T3" fmla="*/ 268 h 323"/>
                <a:gd name="T4" fmla="*/ 233 w 287"/>
                <a:gd name="T5" fmla="*/ 72 h 323"/>
                <a:gd name="T6" fmla="*/ 233 w 287"/>
                <a:gd name="T7" fmla="*/ 72 h 323"/>
                <a:gd name="T8" fmla="*/ 214 w 287"/>
                <a:gd name="T9" fmla="*/ 55 h 323"/>
                <a:gd name="T10" fmla="*/ 72 w 287"/>
                <a:gd name="T11" fmla="*/ 55 h 323"/>
                <a:gd name="T12" fmla="*/ 72 w 287"/>
                <a:gd name="T13" fmla="*/ 55 h 323"/>
                <a:gd name="T14" fmla="*/ 54 w 287"/>
                <a:gd name="T15" fmla="*/ 72 h 323"/>
                <a:gd name="T16" fmla="*/ 54 w 287"/>
                <a:gd name="T17" fmla="*/ 268 h 323"/>
                <a:gd name="T18" fmla="*/ 286 w 287"/>
                <a:gd name="T19" fmla="*/ 322 h 323"/>
                <a:gd name="T20" fmla="*/ 0 w 287"/>
                <a:gd name="T21" fmla="*/ 322 h 323"/>
                <a:gd name="T22" fmla="*/ 0 w 287"/>
                <a:gd name="T23" fmla="*/ 72 h 323"/>
                <a:gd name="T24" fmla="*/ 0 w 287"/>
                <a:gd name="T25" fmla="*/ 72 h 323"/>
                <a:gd name="T26" fmla="*/ 72 w 287"/>
                <a:gd name="T27" fmla="*/ 0 h 323"/>
                <a:gd name="T28" fmla="*/ 214 w 287"/>
                <a:gd name="T29" fmla="*/ 0 h 323"/>
                <a:gd name="T30" fmla="*/ 214 w 287"/>
                <a:gd name="T31" fmla="*/ 0 h 323"/>
                <a:gd name="T32" fmla="*/ 286 w 287"/>
                <a:gd name="T33" fmla="*/ 72 h 323"/>
                <a:gd name="T34" fmla="*/ 286 w 287"/>
                <a:gd name="T35" fmla="*/ 322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7" h="323">
                  <a:moveTo>
                    <a:pt x="54" y="268"/>
                  </a:moveTo>
                  <a:lnTo>
                    <a:pt x="233" y="268"/>
                  </a:lnTo>
                  <a:lnTo>
                    <a:pt x="233" y="72"/>
                  </a:lnTo>
                  <a:lnTo>
                    <a:pt x="233" y="72"/>
                  </a:lnTo>
                  <a:cubicBezTo>
                    <a:pt x="233" y="63"/>
                    <a:pt x="225" y="55"/>
                    <a:pt x="214" y="55"/>
                  </a:cubicBezTo>
                  <a:lnTo>
                    <a:pt x="72" y="55"/>
                  </a:lnTo>
                  <a:lnTo>
                    <a:pt x="72" y="55"/>
                  </a:lnTo>
                  <a:cubicBezTo>
                    <a:pt x="63" y="55"/>
                    <a:pt x="54" y="63"/>
                    <a:pt x="54" y="72"/>
                  </a:cubicBezTo>
                  <a:lnTo>
                    <a:pt x="54" y="268"/>
                  </a:lnTo>
                  <a:close/>
                  <a:moveTo>
                    <a:pt x="286" y="322"/>
                  </a:moveTo>
                  <a:lnTo>
                    <a:pt x="0" y="322"/>
                  </a:lnTo>
                  <a:lnTo>
                    <a:pt x="0" y="72"/>
                  </a:lnTo>
                  <a:lnTo>
                    <a:pt x="0" y="72"/>
                  </a:lnTo>
                  <a:cubicBezTo>
                    <a:pt x="0" y="33"/>
                    <a:pt x="32" y="0"/>
                    <a:pt x="72" y="0"/>
                  </a:cubicBezTo>
                  <a:lnTo>
                    <a:pt x="214" y="0"/>
                  </a:lnTo>
                  <a:lnTo>
                    <a:pt x="214" y="0"/>
                  </a:lnTo>
                  <a:cubicBezTo>
                    <a:pt x="254" y="0"/>
                    <a:pt x="286" y="33"/>
                    <a:pt x="286" y="72"/>
                  </a:cubicBezTo>
                  <a:lnTo>
                    <a:pt x="286" y="322"/>
                  </a:ln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5" name="Freeform 101">
              <a:extLst>
                <a:ext uri="{FF2B5EF4-FFF2-40B4-BE49-F238E27FC236}">
                  <a16:creationId xmlns:a16="http://schemas.microsoft.com/office/drawing/2014/main" id="{8CF6CB37-04C0-3744-9106-9AF75140B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8453" y="11531202"/>
              <a:ext cx="499866" cy="395499"/>
            </a:xfrm>
            <a:custGeom>
              <a:avLst/>
              <a:gdLst>
                <a:gd name="T0" fmla="*/ 381 w 400"/>
                <a:gd name="T1" fmla="*/ 317 h 318"/>
                <a:gd name="T2" fmla="*/ 18 w 400"/>
                <a:gd name="T3" fmla="*/ 317 h 318"/>
                <a:gd name="T4" fmla="*/ 18 w 400"/>
                <a:gd name="T5" fmla="*/ 317 h 318"/>
                <a:gd name="T6" fmla="*/ 0 w 400"/>
                <a:gd name="T7" fmla="*/ 300 h 318"/>
                <a:gd name="T8" fmla="*/ 0 w 400"/>
                <a:gd name="T9" fmla="*/ 17 h 318"/>
                <a:gd name="T10" fmla="*/ 0 w 400"/>
                <a:gd name="T11" fmla="*/ 17 h 318"/>
                <a:gd name="T12" fmla="*/ 18 w 400"/>
                <a:gd name="T13" fmla="*/ 0 h 318"/>
                <a:gd name="T14" fmla="*/ 381 w 400"/>
                <a:gd name="T15" fmla="*/ 0 h 318"/>
                <a:gd name="T16" fmla="*/ 381 w 400"/>
                <a:gd name="T17" fmla="*/ 0 h 318"/>
                <a:gd name="T18" fmla="*/ 399 w 400"/>
                <a:gd name="T19" fmla="*/ 17 h 318"/>
                <a:gd name="T20" fmla="*/ 399 w 400"/>
                <a:gd name="T21" fmla="*/ 300 h 318"/>
                <a:gd name="T22" fmla="*/ 399 w 400"/>
                <a:gd name="T23" fmla="*/ 300 h 318"/>
                <a:gd name="T24" fmla="*/ 381 w 400"/>
                <a:gd name="T25" fmla="*/ 31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0" h="318">
                  <a:moveTo>
                    <a:pt x="381" y="317"/>
                  </a:moveTo>
                  <a:lnTo>
                    <a:pt x="18" y="317"/>
                  </a:lnTo>
                  <a:lnTo>
                    <a:pt x="18" y="317"/>
                  </a:lnTo>
                  <a:cubicBezTo>
                    <a:pt x="8" y="317"/>
                    <a:pt x="0" y="310"/>
                    <a:pt x="0" y="300"/>
                  </a:cubicBezTo>
                  <a:lnTo>
                    <a:pt x="0" y="17"/>
                  </a:lnTo>
                  <a:lnTo>
                    <a:pt x="0" y="17"/>
                  </a:lnTo>
                  <a:cubicBezTo>
                    <a:pt x="0" y="7"/>
                    <a:pt x="8" y="0"/>
                    <a:pt x="18" y="0"/>
                  </a:cubicBezTo>
                  <a:lnTo>
                    <a:pt x="381" y="0"/>
                  </a:lnTo>
                  <a:lnTo>
                    <a:pt x="381" y="0"/>
                  </a:lnTo>
                  <a:cubicBezTo>
                    <a:pt x="391" y="0"/>
                    <a:pt x="399" y="7"/>
                    <a:pt x="399" y="17"/>
                  </a:cubicBezTo>
                  <a:lnTo>
                    <a:pt x="399" y="300"/>
                  </a:lnTo>
                  <a:lnTo>
                    <a:pt x="399" y="300"/>
                  </a:lnTo>
                  <a:cubicBezTo>
                    <a:pt x="399" y="310"/>
                    <a:pt x="391" y="317"/>
                    <a:pt x="381" y="317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6" name="Freeform 102">
              <a:extLst>
                <a:ext uri="{FF2B5EF4-FFF2-40B4-BE49-F238E27FC236}">
                  <a16:creationId xmlns:a16="http://schemas.microsoft.com/office/drawing/2014/main" id="{FE7DB0DC-DA86-724D-8216-4DC4D432A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0708" y="11624586"/>
              <a:ext cx="131833" cy="214227"/>
            </a:xfrm>
            <a:custGeom>
              <a:avLst/>
              <a:gdLst>
                <a:gd name="T0" fmla="*/ 105 w 106"/>
                <a:gd name="T1" fmla="*/ 54 h 170"/>
                <a:gd name="T2" fmla="*/ 105 w 106"/>
                <a:gd name="T3" fmla="*/ 54 h 170"/>
                <a:gd name="T4" fmla="*/ 52 w 106"/>
                <a:gd name="T5" fmla="*/ 0 h 170"/>
                <a:gd name="T6" fmla="*/ 52 w 106"/>
                <a:gd name="T7" fmla="*/ 0 h 170"/>
                <a:gd name="T8" fmla="*/ 0 w 106"/>
                <a:gd name="T9" fmla="*/ 54 h 170"/>
                <a:gd name="T10" fmla="*/ 0 w 106"/>
                <a:gd name="T11" fmla="*/ 54 h 170"/>
                <a:gd name="T12" fmla="*/ 29 w 106"/>
                <a:gd name="T13" fmla="*/ 100 h 170"/>
                <a:gd name="T14" fmla="*/ 12 w 106"/>
                <a:gd name="T15" fmla="*/ 169 h 170"/>
                <a:gd name="T16" fmla="*/ 92 w 106"/>
                <a:gd name="T17" fmla="*/ 169 h 170"/>
                <a:gd name="T18" fmla="*/ 76 w 106"/>
                <a:gd name="T19" fmla="*/ 100 h 170"/>
                <a:gd name="T20" fmla="*/ 76 w 106"/>
                <a:gd name="T21" fmla="*/ 100 h 170"/>
                <a:gd name="T22" fmla="*/ 105 w 106"/>
                <a:gd name="T23" fmla="*/ 5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6" h="170">
                  <a:moveTo>
                    <a:pt x="105" y="54"/>
                  </a:moveTo>
                  <a:lnTo>
                    <a:pt x="105" y="54"/>
                  </a:lnTo>
                  <a:cubicBezTo>
                    <a:pt x="105" y="24"/>
                    <a:pt x="82" y="0"/>
                    <a:pt x="52" y="0"/>
                  </a:cubicBezTo>
                  <a:lnTo>
                    <a:pt x="52" y="0"/>
                  </a:lnTo>
                  <a:cubicBezTo>
                    <a:pt x="23" y="0"/>
                    <a:pt x="0" y="24"/>
                    <a:pt x="0" y="54"/>
                  </a:cubicBezTo>
                  <a:lnTo>
                    <a:pt x="0" y="54"/>
                  </a:lnTo>
                  <a:cubicBezTo>
                    <a:pt x="0" y="74"/>
                    <a:pt x="11" y="91"/>
                    <a:pt x="29" y="100"/>
                  </a:cubicBezTo>
                  <a:lnTo>
                    <a:pt x="12" y="169"/>
                  </a:lnTo>
                  <a:lnTo>
                    <a:pt x="92" y="169"/>
                  </a:lnTo>
                  <a:lnTo>
                    <a:pt x="76" y="100"/>
                  </a:lnTo>
                  <a:lnTo>
                    <a:pt x="76" y="100"/>
                  </a:lnTo>
                  <a:cubicBezTo>
                    <a:pt x="93" y="91"/>
                    <a:pt x="105" y="74"/>
                    <a:pt x="105" y="54"/>
                  </a:cubicBezTo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A47C9ED-81D0-FE48-B28E-D56C3FD7C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1462" y="6523356"/>
              <a:ext cx="2325563" cy="1782186"/>
            </a:xfrm>
            <a:custGeom>
              <a:avLst/>
              <a:gdLst>
                <a:gd name="connsiteX0" fmla="*/ 1821842 w 2325563"/>
                <a:gd name="connsiteY0" fmla="*/ 905169 h 1782186"/>
                <a:gd name="connsiteX1" fmla="*/ 1631544 w 2325563"/>
                <a:gd name="connsiteY1" fmla="*/ 1070875 h 1782186"/>
                <a:gd name="connsiteX2" fmla="*/ 1414206 w 2325563"/>
                <a:gd name="connsiteY2" fmla="*/ 1238279 h 1782186"/>
                <a:gd name="connsiteX3" fmla="*/ 1187616 w 2325563"/>
                <a:gd name="connsiteY3" fmla="*/ 1392050 h 1782186"/>
                <a:gd name="connsiteX4" fmla="*/ 1183666 w 2325563"/>
                <a:gd name="connsiteY4" fmla="*/ 1394390 h 1782186"/>
                <a:gd name="connsiteX5" fmla="*/ 1371666 w 2325563"/>
                <a:gd name="connsiteY5" fmla="*/ 1505565 h 1782186"/>
                <a:gd name="connsiteX6" fmla="*/ 1789436 w 2325563"/>
                <a:gd name="connsiteY6" fmla="*/ 1695061 h 1782186"/>
                <a:gd name="connsiteX7" fmla="*/ 2280598 w 2325563"/>
                <a:gd name="connsiteY7" fmla="*/ 1697550 h 1782186"/>
                <a:gd name="connsiteX8" fmla="*/ 2123526 w 2325563"/>
                <a:gd name="connsiteY8" fmla="*/ 1232056 h 1782186"/>
                <a:gd name="connsiteX9" fmla="*/ 1983400 w 2325563"/>
                <a:gd name="connsiteY9" fmla="*/ 1066305 h 1782186"/>
                <a:gd name="connsiteX10" fmla="*/ 504024 w 2325563"/>
                <a:gd name="connsiteY10" fmla="*/ 905027 h 1782186"/>
                <a:gd name="connsiteX11" fmla="*/ 342434 w 2325563"/>
                <a:gd name="connsiteY11" fmla="*/ 1066305 h 1782186"/>
                <a:gd name="connsiteX12" fmla="*/ 201256 w 2325563"/>
                <a:gd name="connsiteY12" fmla="*/ 1232056 h 1782186"/>
                <a:gd name="connsiteX13" fmla="*/ 46676 w 2325563"/>
                <a:gd name="connsiteY13" fmla="*/ 1697550 h 1782186"/>
                <a:gd name="connsiteX14" fmla="*/ 536594 w 2325563"/>
                <a:gd name="connsiteY14" fmla="*/ 1695061 h 1782186"/>
                <a:gd name="connsiteX15" fmla="*/ 953740 w 2325563"/>
                <a:gd name="connsiteY15" fmla="*/ 1505565 h 1782186"/>
                <a:gd name="connsiteX16" fmla="*/ 1141846 w 2325563"/>
                <a:gd name="connsiteY16" fmla="*/ 1394288 h 1782186"/>
                <a:gd name="connsiteX17" fmla="*/ 1138064 w 2325563"/>
                <a:gd name="connsiteY17" fmla="*/ 1392050 h 1782186"/>
                <a:gd name="connsiteX18" fmla="*/ 911824 w 2325563"/>
                <a:gd name="connsiteY18" fmla="*/ 1238279 h 1782186"/>
                <a:gd name="connsiteX19" fmla="*/ 694486 w 2325563"/>
                <a:gd name="connsiteY19" fmla="*/ 1070875 h 1782186"/>
                <a:gd name="connsiteX20" fmla="*/ 1162666 w 2325563"/>
                <a:gd name="connsiteY20" fmla="*/ 400126 h 1782186"/>
                <a:gd name="connsiteX21" fmla="*/ 1148698 w 2325563"/>
                <a:gd name="connsiteY21" fmla="*/ 408358 h 1782186"/>
                <a:gd name="connsiteX22" fmla="*/ 923042 w 2325563"/>
                <a:gd name="connsiteY22" fmla="*/ 559951 h 1782186"/>
                <a:gd name="connsiteX23" fmla="*/ 707534 w 2325563"/>
                <a:gd name="connsiteY23" fmla="*/ 726402 h 1782186"/>
                <a:gd name="connsiteX24" fmla="*/ 519552 w 2325563"/>
                <a:gd name="connsiteY24" fmla="*/ 890403 h 1782186"/>
                <a:gd name="connsiteX25" fmla="*/ 707534 w 2325563"/>
                <a:gd name="connsiteY25" fmla="*/ 1054403 h 1782186"/>
                <a:gd name="connsiteX26" fmla="*/ 923042 w 2325563"/>
                <a:gd name="connsiteY26" fmla="*/ 1220854 h 1782186"/>
                <a:gd name="connsiteX27" fmla="*/ 1148698 w 2325563"/>
                <a:gd name="connsiteY27" fmla="*/ 1373711 h 1782186"/>
                <a:gd name="connsiteX28" fmla="*/ 1162666 w 2325563"/>
                <a:gd name="connsiteY28" fmla="*/ 1381972 h 1782186"/>
                <a:gd name="connsiteX29" fmla="*/ 1176630 w 2325563"/>
                <a:gd name="connsiteY29" fmla="*/ 1373711 h 1782186"/>
                <a:gd name="connsiteX30" fmla="*/ 1401740 w 2325563"/>
                <a:gd name="connsiteY30" fmla="*/ 1220854 h 1782186"/>
                <a:gd name="connsiteX31" fmla="*/ 1617598 w 2325563"/>
                <a:gd name="connsiteY31" fmla="*/ 1054403 h 1782186"/>
                <a:gd name="connsiteX32" fmla="*/ 1806146 w 2325563"/>
                <a:gd name="connsiteY32" fmla="*/ 890403 h 1782186"/>
                <a:gd name="connsiteX33" fmla="*/ 1617598 w 2325563"/>
                <a:gd name="connsiteY33" fmla="*/ 726402 h 1782186"/>
                <a:gd name="connsiteX34" fmla="*/ 1401740 w 2325563"/>
                <a:gd name="connsiteY34" fmla="*/ 559951 h 1782186"/>
                <a:gd name="connsiteX35" fmla="*/ 1176630 w 2325563"/>
                <a:gd name="connsiteY35" fmla="*/ 408358 h 1782186"/>
                <a:gd name="connsiteX36" fmla="*/ 217462 w 2325563"/>
                <a:gd name="connsiteY36" fmla="*/ 22268 h 1782186"/>
                <a:gd name="connsiteX37" fmla="*/ 46676 w 2325563"/>
                <a:gd name="connsiteY37" fmla="*/ 84500 h 1782186"/>
                <a:gd name="connsiteX38" fmla="*/ 201256 w 2325563"/>
                <a:gd name="connsiteY38" fmla="*/ 548750 h 1782186"/>
                <a:gd name="connsiteX39" fmla="*/ 342434 w 2325563"/>
                <a:gd name="connsiteY39" fmla="*/ 714501 h 1782186"/>
                <a:gd name="connsiteX40" fmla="*/ 504358 w 2325563"/>
                <a:gd name="connsiteY40" fmla="*/ 876112 h 1782186"/>
                <a:gd name="connsiteX41" fmla="*/ 694486 w 2325563"/>
                <a:gd name="connsiteY41" fmla="*/ 710630 h 1782186"/>
                <a:gd name="connsiteX42" fmla="*/ 911824 w 2325563"/>
                <a:gd name="connsiteY42" fmla="*/ 543771 h 1782186"/>
                <a:gd name="connsiteX43" fmla="*/ 1138064 w 2325563"/>
                <a:gd name="connsiteY43" fmla="*/ 390175 h 1782186"/>
                <a:gd name="connsiteX44" fmla="*/ 1141924 w 2325563"/>
                <a:gd name="connsiteY44" fmla="*/ 387897 h 1782186"/>
                <a:gd name="connsiteX45" fmla="*/ 953740 w 2325563"/>
                <a:gd name="connsiteY45" fmla="*/ 276952 h 1782186"/>
                <a:gd name="connsiteX46" fmla="*/ 536594 w 2325563"/>
                <a:gd name="connsiteY46" fmla="*/ 88234 h 1782186"/>
                <a:gd name="connsiteX47" fmla="*/ 217462 w 2325563"/>
                <a:gd name="connsiteY47" fmla="*/ 22268 h 1782186"/>
                <a:gd name="connsiteX48" fmla="*/ 2105140 w 2325563"/>
                <a:gd name="connsiteY48" fmla="*/ 21957 h 1782186"/>
                <a:gd name="connsiteX49" fmla="*/ 1789436 w 2325563"/>
                <a:gd name="connsiteY49" fmla="*/ 88234 h 1782186"/>
                <a:gd name="connsiteX50" fmla="*/ 1371666 w 2325563"/>
                <a:gd name="connsiteY50" fmla="*/ 276952 h 1782186"/>
                <a:gd name="connsiteX51" fmla="*/ 1183590 w 2325563"/>
                <a:gd name="connsiteY51" fmla="*/ 387795 h 1782186"/>
                <a:gd name="connsiteX52" fmla="*/ 1187616 w 2325563"/>
                <a:gd name="connsiteY52" fmla="*/ 390175 h 1782186"/>
                <a:gd name="connsiteX53" fmla="*/ 1414206 w 2325563"/>
                <a:gd name="connsiteY53" fmla="*/ 543771 h 1782186"/>
                <a:gd name="connsiteX54" fmla="*/ 1631544 w 2325563"/>
                <a:gd name="connsiteY54" fmla="*/ 710630 h 1782186"/>
                <a:gd name="connsiteX55" fmla="*/ 1821508 w 2325563"/>
                <a:gd name="connsiteY55" fmla="*/ 875970 h 1782186"/>
                <a:gd name="connsiteX56" fmla="*/ 1983400 w 2325563"/>
                <a:gd name="connsiteY56" fmla="*/ 714501 h 1782186"/>
                <a:gd name="connsiteX57" fmla="*/ 2123526 w 2325563"/>
                <a:gd name="connsiteY57" fmla="*/ 548750 h 1782186"/>
                <a:gd name="connsiteX58" fmla="*/ 2280598 w 2325563"/>
                <a:gd name="connsiteY58" fmla="*/ 84500 h 1782186"/>
                <a:gd name="connsiteX59" fmla="*/ 2105140 w 2325563"/>
                <a:gd name="connsiteY59" fmla="*/ 21957 h 1782186"/>
                <a:gd name="connsiteX60" fmla="*/ 213100 w 2325563"/>
                <a:gd name="connsiteY60" fmla="*/ 20 h 1782186"/>
                <a:gd name="connsiteX61" fmla="*/ 544074 w 2325563"/>
                <a:gd name="connsiteY61" fmla="*/ 67075 h 1782186"/>
                <a:gd name="connsiteX62" fmla="*/ 963712 w 2325563"/>
                <a:gd name="connsiteY62" fmla="*/ 257815 h 1782186"/>
                <a:gd name="connsiteX63" fmla="*/ 1162858 w 2325563"/>
                <a:gd name="connsiteY63" fmla="*/ 375540 h 1782186"/>
                <a:gd name="connsiteX64" fmla="*/ 1362316 w 2325563"/>
                <a:gd name="connsiteY64" fmla="*/ 257815 h 1782186"/>
                <a:gd name="connsiteX65" fmla="*/ 1781956 w 2325563"/>
                <a:gd name="connsiteY65" fmla="*/ 67075 h 1782186"/>
                <a:gd name="connsiteX66" fmla="*/ 2296806 w 2325563"/>
                <a:gd name="connsiteY66" fmla="*/ 72053 h 1782186"/>
                <a:gd name="connsiteX67" fmla="*/ 2140978 w 2325563"/>
                <a:gd name="connsiteY67" fmla="*/ 561196 h 1782186"/>
                <a:gd name="connsiteX68" fmla="*/ 1999372 w 2325563"/>
                <a:gd name="connsiteY68" fmla="*/ 728600 h 1782186"/>
                <a:gd name="connsiteX69" fmla="*/ 1837114 w 2325563"/>
                <a:gd name="connsiteY69" fmla="*/ 890712 h 1782186"/>
                <a:gd name="connsiteX70" fmla="*/ 1999372 w 2325563"/>
                <a:gd name="connsiteY70" fmla="*/ 1052750 h 1782186"/>
                <a:gd name="connsiteX71" fmla="*/ 2140978 w 2325563"/>
                <a:gd name="connsiteY71" fmla="*/ 1219609 h 1782186"/>
                <a:gd name="connsiteX72" fmla="*/ 2296806 w 2325563"/>
                <a:gd name="connsiteY72" fmla="*/ 1709997 h 1782186"/>
                <a:gd name="connsiteX73" fmla="*/ 2107320 w 2325563"/>
                <a:gd name="connsiteY73" fmla="*/ 1782186 h 1782186"/>
                <a:gd name="connsiteX74" fmla="*/ 1781956 w 2325563"/>
                <a:gd name="connsiteY74" fmla="*/ 1714975 h 1782186"/>
                <a:gd name="connsiteX75" fmla="*/ 1362316 w 2325563"/>
                <a:gd name="connsiteY75" fmla="*/ 1524701 h 1782186"/>
                <a:gd name="connsiteX76" fmla="*/ 1162858 w 2325563"/>
                <a:gd name="connsiteY76" fmla="*/ 1406717 h 1782186"/>
                <a:gd name="connsiteX77" fmla="*/ 963712 w 2325563"/>
                <a:gd name="connsiteY77" fmla="*/ 1524701 h 1782186"/>
                <a:gd name="connsiteX78" fmla="*/ 544074 w 2325563"/>
                <a:gd name="connsiteY78" fmla="*/ 1714975 h 1782186"/>
                <a:gd name="connsiteX79" fmla="*/ 217462 w 2325563"/>
                <a:gd name="connsiteY79" fmla="*/ 1782186 h 1782186"/>
                <a:gd name="connsiteX80" fmla="*/ 27978 w 2325563"/>
                <a:gd name="connsiteY80" fmla="*/ 1709997 h 1782186"/>
                <a:gd name="connsiteX81" fmla="*/ 185050 w 2325563"/>
                <a:gd name="connsiteY81" fmla="*/ 1219609 h 1782186"/>
                <a:gd name="connsiteX82" fmla="*/ 326658 w 2325563"/>
                <a:gd name="connsiteY82" fmla="*/ 1052750 h 1782186"/>
                <a:gd name="connsiteX83" fmla="*/ 488916 w 2325563"/>
                <a:gd name="connsiteY83" fmla="*/ 890712 h 1782186"/>
                <a:gd name="connsiteX84" fmla="*/ 326658 w 2325563"/>
                <a:gd name="connsiteY84" fmla="*/ 728600 h 1782186"/>
                <a:gd name="connsiteX85" fmla="*/ 185050 w 2325563"/>
                <a:gd name="connsiteY85" fmla="*/ 561196 h 1782186"/>
                <a:gd name="connsiteX86" fmla="*/ 27978 w 2325563"/>
                <a:gd name="connsiteY86" fmla="*/ 72053 h 1782186"/>
                <a:gd name="connsiteX87" fmla="*/ 213100 w 2325563"/>
                <a:gd name="connsiteY87" fmla="*/ 20 h 178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325563" h="1782186">
                  <a:moveTo>
                    <a:pt x="1821842" y="905169"/>
                  </a:moveTo>
                  <a:lnTo>
                    <a:pt x="1631544" y="1070875"/>
                  </a:lnTo>
                  <a:cubicBezTo>
                    <a:pt x="1562318" y="1127506"/>
                    <a:pt x="1489626" y="1183515"/>
                    <a:pt x="1414206" y="1238279"/>
                  </a:cubicBezTo>
                  <a:cubicBezTo>
                    <a:pt x="1338786" y="1292732"/>
                    <a:pt x="1262976" y="1344151"/>
                    <a:pt x="1187616" y="1392050"/>
                  </a:cubicBezTo>
                  <a:lnTo>
                    <a:pt x="1183666" y="1394390"/>
                  </a:lnTo>
                  <a:lnTo>
                    <a:pt x="1371666" y="1505565"/>
                  </a:lnTo>
                  <a:cubicBezTo>
                    <a:pt x="1518298" y="1585844"/>
                    <a:pt x="1659788" y="1650254"/>
                    <a:pt x="1789436" y="1695061"/>
                  </a:cubicBezTo>
                  <a:cubicBezTo>
                    <a:pt x="2038758" y="1782186"/>
                    <a:pt x="2218268" y="1782186"/>
                    <a:pt x="2280598" y="1697550"/>
                  </a:cubicBezTo>
                  <a:cubicBezTo>
                    <a:pt x="2341682" y="1612915"/>
                    <a:pt x="2284338" y="1443644"/>
                    <a:pt x="2123526" y="1232056"/>
                  </a:cubicBezTo>
                  <a:cubicBezTo>
                    <a:pt x="2082388" y="1177914"/>
                    <a:pt x="2035406" y="1122450"/>
                    <a:pt x="1983400" y="1066305"/>
                  </a:cubicBezTo>
                  <a:close/>
                  <a:moveTo>
                    <a:pt x="504024" y="905027"/>
                  </a:moveTo>
                  <a:lnTo>
                    <a:pt x="342434" y="1066305"/>
                  </a:lnTo>
                  <a:cubicBezTo>
                    <a:pt x="290310" y="1122450"/>
                    <a:pt x="243018" y="1177914"/>
                    <a:pt x="201256" y="1232056"/>
                  </a:cubicBezTo>
                  <a:cubicBezTo>
                    <a:pt x="40444" y="1443644"/>
                    <a:pt x="-15654" y="1612915"/>
                    <a:pt x="46676" y="1697550"/>
                  </a:cubicBezTo>
                  <a:cubicBezTo>
                    <a:pt x="106514" y="1782186"/>
                    <a:pt x="286026" y="1782186"/>
                    <a:pt x="536594" y="1695061"/>
                  </a:cubicBezTo>
                  <a:cubicBezTo>
                    <a:pt x="665618" y="1650254"/>
                    <a:pt x="807108" y="1585844"/>
                    <a:pt x="953740" y="1505565"/>
                  </a:cubicBezTo>
                  <a:lnTo>
                    <a:pt x="1141846" y="1394288"/>
                  </a:lnTo>
                  <a:lnTo>
                    <a:pt x="1138064" y="1392050"/>
                  </a:lnTo>
                  <a:cubicBezTo>
                    <a:pt x="1062664" y="1344151"/>
                    <a:pt x="986932" y="1292732"/>
                    <a:pt x="911824" y="1238279"/>
                  </a:cubicBezTo>
                  <a:cubicBezTo>
                    <a:pt x="836404" y="1183515"/>
                    <a:pt x="763712" y="1127506"/>
                    <a:pt x="694486" y="1070875"/>
                  </a:cubicBezTo>
                  <a:close/>
                  <a:moveTo>
                    <a:pt x="1162666" y="400126"/>
                  </a:moveTo>
                  <a:lnTo>
                    <a:pt x="1148698" y="408358"/>
                  </a:lnTo>
                  <a:cubicBezTo>
                    <a:pt x="1073648" y="455713"/>
                    <a:pt x="998150" y="506432"/>
                    <a:pt x="923042" y="559951"/>
                  </a:cubicBezTo>
                  <a:cubicBezTo>
                    <a:pt x="848246" y="614404"/>
                    <a:pt x="776176" y="670102"/>
                    <a:pt x="707534" y="726402"/>
                  </a:cubicBezTo>
                  <a:lnTo>
                    <a:pt x="519552" y="890403"/>
                  </a:lnTo>
                  <a:lnTo>
                    <a:pt x="707534" y="1054403"/>
                  </a:lnTo>
                  <a:cubicBezTo>
                    <a:pt x="776176" y="1110704"/>
                    <a:pt x="848246" y="1166401"/>
                    <a:pt x="923042" y="1220854"/>
                  </a:cubicBezTo>
                  <a:cubicBezTo>
                    <a:pt x="998150" y="1274996"/>
                    <a:pt x="1073648" y="1326104"/>
                    <a:pt x="1148698" y="1373711"/>
                  </a:cubicBezTo>
                  <a:lnTo>
                    <a:pt x="1162666" y="1381972"/>
                  </a:lnTo>
                  <a:lnTo>
                    <a:pt x="1176630" y="1373711"/>
                  </a:lnTo>
                  <a:cubicBezTo>
                    <a:pt x="1251602" y="1326104"/>
                    <a:pt x="1326944" y="1274996"/>
                    <a:pt x="1401740" y="1220854"/>
                  </a:cubicBezTo>
                  <a:cubicBezTo>
                    <a:pt x="1476536" y="1166401"/>
                    <a:pt x="1548762" y="1110704"/>
                    <a:pt x="1617598" y="1054403"/>
                  </a:cubicBezTo>
                  <a:lnTo>
                    <a:pt x="1806146" y="890403"/>
                  </a:lnTo>
                  <a:lnTo>
                    <a:pt x="1617598" y="726402"/>
                  </a:lnTo>
                  <a:cubicBezTo>
                    <a:pt x="1548762" y="670102"/>
                    <a:pt x="1476536" y="614404"/>
                    <a:pt x="1401740" y="559951"/>
                  </a:cubicBezTo>
                  <a:cubicBezTo>
                    <a:pt x="1326944" y="506432"/>
                    <a:pt x="1251602" y="455713"/>
                    <a:pt x="1176630" y="408358"/>
                  </a:cubicBezTo>
                  <a:close/>
                  <a:moveTo>
                    <a:pt x="217462" y="22268"/>
                  </a:moveTo>
                  <a:cubicBezTo>
                    <a:pt x="135186" y="22268"/>
                    <a:pt x="76596" y="43427"/>
                    <a:pt x="46676" y="84500"/>
                  </a:cubicBezTo>
                  <a:cubicBezTo>
                    <a:pt x="-15654" y="169135"/>
                    <a:pt x="40444" y="339650"/>
                    <a:pt x="201256" y="548750"/>
                  </a:cubicBezTo>
                  <a:cubicBezTo>
                    <a:pt x="243018" y="602892"/>
                    <a:pt x="290310" y="658356"/>
                    <a:pt x="342434" y="714501"/>
                  </a:cubicBezTo>
                  <a:lnTo>
                    <a:pt x="504358" y="876112"/>
                  </a:lnTo>
                  <a:lnTo>
                    <a:pt x="694486" y="710630"/>
                  </a:lnTo>
                  <a:cubicBezTo>
                    <a:pt x="763712" y="654077"/>
                    <a:pt x="836404" y="598224"/>
                    <a:pt x="911824" y="543771"/>
                  </a:cubicBezTo>
                  <a:cubicBezTo>
                    <a:pt x="986932" y="489318"/>
                    <a:pt x="1062664" y="437977"/>
                    <a:pt x="1138064" y="390175"/>
                  </a:cubicBezTo>
                  <a:lnTo>
                    <a:pt x="1141924" y="387897"/>
                  </a:lnTo>
                  <a:lnTo>
                    <a:pt x="953740" y="276952"/>
                  </a:lnTo>
                  <a:cubicBezTo>
                    <a:pt x="807108" y="196828"/>
                    <a:pt x="665618" y="132418"/>
                    <a:pt x="536594" y="88234"/>
                  </a:cubicBezTo>
                  <a:cubicBezTo>
                    <a:pt x="409440" y="43427"/>
                    <a:pt x="300986" y="22268"/>
                    <a:pt x="217462" y="22268"/>
                  </a:cubicBezTo>
                  <a:close/>
                  <a:moveTo>
                    <a:pt x="2105140" y="21957"/>
                  </a:moveTo>
                  <a:cubicBezTo>
                    <a:pt x="2021306" y="22579"/>
                    <a:pt x="1914098" y="44672"/>
                    <a:pt x="1789436" y="88234"/>
                  </a:cubicBezTo>
                  <a:cubicBezTo>
                    <a:pt x="1659788" y="132418"/>
                    <a:pt x="1518298" y="196828"/>
                    <a:pt x="1371666" y="276952"/>
                  </a:cubicBezTo>
                  <a:lnTo>
                    <a:pt x="1183590" y="387795"/>
                  </a:lnTo>
                  <a:lnTo>
                    <a:pt x="1187616" y="390175"/>
                  </a:lnTo>
                  <a:cubicBezTo>
                    <a:pt x="1262976" y="437977"/>
                    <a:pt x="1338786" y="489318"/>
                    <a:pt x="1414206" y="543771"/>
                  </a:cubicBezTo>
                  <a:cubicBezTo>
                    <a:pt x="1489626" y="598224"/>
                    <a:pt x="1562318" y="654077"/>
                    <a:pt x="1631544" y="710630"/>
                  </a:cubicBezTo>
                  <a:lnTo>
                    <a:pt x="1821508" y="875970"/>
                  </a:lnTo>
                  <a:lnTo>
                    <a:pt x="1983400" y="714501"/>
                  </a:lnTo>
                  <a:cubicBezTo>
                    <a:pt x="2035406" y="658356"/>
                    <a:pt x="2082388" y="602892"/>
                    <a:pt x="2123526" y="548750"/>
                  </a:cubicBezTo>
                  <a:cubicBezTo>
                    <a:pt x="2284338" y="339650"/>
                    <a:pt x="2341682" y="169135"/>
                    <a:pt x="2280598" y="84500"/>
                  </a:cubicBezTo>
                  <a:cubicBezTo>
                    <a:pt x="2249432" y="42182"/>
                    <a:pt x="2188974" y="21334"/>
                    <a:pt x="2105140" y="21957"/>
                  </a:cubicBezTo>
                  <a:close/>
                  <a:moveTo>
                    <a:pt x="213100" y="20"/>
                  </a:moveTo>
                  <a:cubicBezTo>
                    <a:pt x="300362" y="-758"/>
                    <a:pt x="411934" y="21646"/>
                    <a:pt x="544074" y="67075"/>
                  </a:cubicBezTo>
                  <a:cubicBezTo>
                    <a:pt x="674344" y="112504"/>
                    <a:pt x="816458" y="177225"/>
                    <a:pt x="963712" y="257815"/>
                  </a:cubicBezTo>
                  <a:lnTo>
                    <a:pt x="1162858" y="375540"/>
                  </a:lnTo>
                  <a:lnTo>
                    <a:pt x="1362316" y="257815"/>
                  </a:lnTo>
                  <a:cubicBezTo>
                    <a:pt x="1509884" y="177225"/>
                    <a:pt x="1652308" y="112504"/>
                    <a:pt x="1781956" y="67075"/>
                  </a:cubicBezTo>
                  <a:cubicBezTo>
                    <a:pt x="2046236" y="-23784"/>
                    <a:pt x="2229488" y="-22539"/>
                    <a:pt x="2296806" y="72053"/>
                  </a:cubicBezTo>
                  <a:cubicBezTo>
                    <a:pt x="2365368" y="166646"/>
                    <a:pt x="2310518" y="340895"/>
                    <a:pt x="2140978" y="561196"/>
                  </a:cubicBezTo>
                  <a:cubicBezTo>
                    <a:pt x="2099216" y="615960"/>
                    <a:pt x="2051768" y="671969"/>
                    <a:pt x="1999372" y="728600"/>
                  </a:cubicBezTo>
                  <a:lnTo>
                    <a:pt x="1837114" y="890712"/>
                  </a:lnTo>
                  <a:lnTo>
                    <a:pt x="1999372" y="1052750"/>
                  </a:lnTo>
                  <a:cubicBezTo>
                    <a:pt x="2051768" y="1109303"/>
                    <a:pt x="2099216" y="1165156"/>
                    <a:pt x="2140978" y="1219609"/>
                  </a:cubicBezTo>
                  <a:cubicBezTo>
                    <a:pt x="2310518" y="1441155"/>
                    <a:pt x="2365368" y="1615404"/>
                    <a:pt x="2296806" y="1709997"/>
                  </a:cubicBezTo>
                  <a:cubicBezTo>
                    <a:pt x="2261900" y="1758537"/>
                    <a:pt x="2197076" y="1782186"/>
                    <a:pt x="2107320" y="1782186"/>
                  </a:cubicBezTo>
                  <a:cubicBezTo>
                    <a:pt x="2021304" y="1782186"/>
                    <a:pt x="1910356" y="1759782"/>
                    <a:pt x="1781956" y="1714975"/>
                  </a:cubicBezTo>
                  <a:cubicBezTo>
                    <a:pt x="1652308" y="1670168"/>
                    <a:pt x="1509884" y="1605447"/>
                    <a:pt x="1362316" y="1524701"/>
                  </a:cubicBezTo>
                  <a:lnTo>
                    <a:pt x="1162858" y="1406717"/>
                  </a:lnTo>
                  <a:lnTo>
                    <a:pt x="963712" y="1524701"/>
                  </a:lnTo>
                  <a:cubicBezTo>
                    <a:pt x="816458" y="1605447"/>
                    <a:pt x="674344" y="1670168"/>
                    <a:pt x="544074" y="1714975"/>
                  </a:cubicBezTo>
                  <a:cubicBezTo>
                    <a:pt x="414426" y="1759782"/>
                    <a:pt x="303478" y="1782186"/>
                    <a:pt x="217462" y="1782186"/>
                  </a:cubicBezTo>
                  <a:cubicBezTo>
                    <a:pt x="127706" y="1782186"/>
                    <a:pt x="62882" y="1758537"/>
                    <a:pt x="27978" y="1709997"/>
                  </a:cubicBezTo>
                  <a:cubicBezTo>
                    <a:pt x="-39338" y="1615404"/>
                    <a:pt x="15512" y="1441155"/>
                    <a:pt x="185050" y="1219609"/>
                  </a:cubicBezTo>
                  <a:cubicBezTo>
                    <a:pt x="226812" y="1165156"/>
                    <a:pt x="274260" y="1109303"/>
                    <a:pt x="326658" y="1052750"/>
                  </a:cubicBezTo>
                  <a:lnTo>
                    <a:pt x="488916" y="890712"/>
                  </a:lnTo>
                  <a:lnTo>
                    <a:pt x="326658" y="728600"/>
                  </a:lnTo>
                  <a:cubicBezTo>
                    <a:pt x="274260" y="671969"/>
                    <a:pt x="226812" y="615960"/>
                    <a:pt x="185050" y="561196"/>
                  </a:cubicBezTo>
                  <a:cubicBezTo>
                    <a:pt x="15512" y="340895"/>
                    <a:pt x="-39338" y="166646"/>
                    <a:pt x="27978" y="72053"/>
                  </a:cubicBezTo>
                  <a:cubicBezTo>
                    <a:pt x="62884" y="24757"/>
                    <a:pt x="125836" y="798"/>
                    <a:pt x="213100" y="20"/>
                  </a:cubicBez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8" name="Freeform 105">
              <a:extLst>
                <a:ext uri="{FF2B5EF4-FFF2-40B4-BE49-F238E27FC236}">
                  <a16:creationId xmlns:a16="http://schemas.microsoft.com/office/drawing/2014/main" id="{DE878A17-7BC0-894A-9DAD-8460F9D8A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29594" y="6697322"/>
              <a:ext cx="1609461" cy="1016215"/>
            </a:xfrm>
            <a:custGeom>
              <a:avLst/>
              <a:gdLst>
                <a:gd name="T0" fmla="*/ 1293 w 1294"/>
                <a:gd name="T1" fmla="*/ 816 h 817"/>
                <a:gd name="T2" fmla="*/ 0 w 1294"/>
                <a:gd name="T3" fmla="*/ 816 h 817"/>
                <a:gd name="T4" fmla="*/ 0 w 1294"/>
                <a:gd name="T5" fmla="*/ 0 h 817"/>
                <a:gd name="T6" fmla="*/ 1293 w 1294"/>
                <a:gd name="T7" fmla="*/ 0 h 817"/>
                <a:gd name="T8" fmla="*/ 1293 w 1294"/>
                <a:gd name="T9" fmla="*/ 816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4" h="817">
                  <a:moveTo>
                    <a:pt x="1293" y="816"/>
                  </a:moveTo>
                  <a:lnTo>
                    <a:pt x="0" y="816"/>
                  </a:lnTo>
                  <a:lnTo>
                    <a:pt x="0" y="0"/>
                  </a:lnTo>
                  <a:lnTo>
                    <a:pt x="1293" y="0"/>
                  </a:lnTo>
                  <a:lnTo>
                    <a:pt x="1293" y="816"/>
                  </a:lnTo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69" name="Freeform 106">
              <a:extLst>
                <a:ext uri="{FF2B5EF4-FFF2-40B4-BE49-F238E27FC236}">
                  <a16:creationId xmlns:a16="http://schemas.microsoft.com/office/drawing/2014/main" id="{4DF1CD1A-53B9-864F-865C-5E132B36B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84524" y="6757747"/>
              <a:ext cx="1499600" cy="900860"/>
            </a:xfrm>
            <a:custGeom>
              <a:avLst/>
              <a:gdLst>
                <a:gd name="T0" fmla="*/ 1201 w 1202"/>
                <a:gd name="T1" fmla="*/ 720 h 721"/>
                <a:gd name="T2" fmla="*/ 0 w 1202"/>
                <a:gd name="T3" fmla="*/ 720 h 721"/>
                <a:gd name="T4" fmla="*/ 0 w 1202"/>
                <a:gd name="T5" fmla="*/ 0 h 721"/>
                <a:gd name="T6" fmla="*/ 1201 w 1202"/>
                <a:gd name="T7" fmla="*/ 0 h 721"/>
                <a:gd name="T8" fmla="*/ 1201 w 1202"/>
                <a:gd name="T9" fmla="*/ 72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2" h="721">
                  <a:moveTo>
                    <a:pt x="1201" y="720"/>
                  </a:moveTo>
                  <a:lnTo>
                    <a:pt x="0" y="720"/>
                  </a:lnTo>
                  <a:lnTo>
                    <a:pt x="0" y="0"/>
                  </a:lnTo>
                  <a:lnTo>
                    <a:pt x="1201" y="0"/>
                  </a:lnTo>
                  <a:lnTo>
                    <a:pt x="1201" y="720"/>
                  </a:lnTo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0" name="Freeform 107">
              <a:extLst>
                <a:ext uri="{FF2B5EF4-FFF2-40B4-BE49-F238E27FC236}">
                  <a16:creationId xmlns:a16="http://schemas.microsoft.com/office/drawing/2014/main" id="{E162F03A-E004-004D-B9DF-E8FFF5AD6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2263" y="7713541"/>
              <a:ext cx="1889608" cy="400991"/>
            </a:xfrm>
            <a:custGeom>
              <a:avLst/>
              <a:gdLst>
                <a:gd name="T0" fmla="*/ 1404 w 1516"/>
                <a:gd name="T1" fmla="*/ 0 h 321"/>
                <a:gd name="T2" fmla="*/ 111 w 1516"/>
                <a:gd name="T3" fmla="*/ 0 h 321"/>
                <a:gd name="T4" fmla="*/ 0 w 1516"/>
                <a:gd name="T5" fmla="*/ 320 h 321"/>
                <a:gd name="T6" fmla="*/ 1515 w 1516"/>
                <a:gd name="T7" fmla="*/ 320 h 321"/>
                <a:gd name="T8" fmla="*/ 1404 w 1516"/>
                <a:gd name="T9" fmla="*/ 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6" h="321">
                  <a:moveTo>
                    <a:pt x="1404" y="0"/>
                  </a:moveTo>
                  <a:lnTo>
                    <a:pt x="111" y="0"/>
                  </a:lnTo>
                  <a:lnTo>
                    <a:pt x="0" y="320"/>
                  </a:lnTo>
                  <a:lnTo>
                    <a:pt x="1515" y="320"/>
                  </a:lnTo>
                  <a:lnTo>
                    <a:pt x="1404" y="0"/>
                  </a:lnTo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1" name="Freeform 108">
              <a:extLst>
                <a:ext uri="{FF2B5EF4-FFF2-40B4-BE49-F238E27FC236}">
                  <a16:creationId xmlns:a16="http://schemas.microsoft.com/office/drawing/2014/main" id="{03E592B3-E989-EA4D-8B6F-60B2E3C4A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2263" y="8114528"/>
              <a:ext cx="1889608" cy="49439"/>
            </a:xfrm>
            <a:custGeom>
              <a:avLst/>
              <a:gdLst>
                <a:gd name="T0" fmla="*/ 0 w 1516"/>
                <a:gd name="T1" fmla="*/ 0 h 39"/>
                <a:gd name="T2" fmla="*/ 0 w 1516"/>
                <a:gd name="T3" fmla="*/ 38 h 39"/>
                <a:gd name="T4" fmla="*/ 1515 w 1516"/>
                <a:gd name="T5" fmla="*/ 38 h 39"/>
                <a:gd name="T6" fmla="*/ 1515 w 1516"/>
                <a:gd name="T7" fmla="*/ 0 h 39"/>
                <a:gd name="T8" fmla="*/ 0 w 1516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6" h="39">
                  <a:moveTo>
                    <a:pt x="0" y="0"/>
                  </a:moveTo>
                  <a:lnTo>
                    <a:pt x="0" y="38"/>
                  </a:lnTo>
                  <a:lnTo>
                    <a:pt x="1515" y="38"/>
                  </a:lnTo>
                  <a:lnTo>
                    <a:pt x="1515" y="0"/>
                  </a:lnTo>
                  <a:lnTo>
                    <a:pt x="0" y="0"/>
                  </a:lnTo>
                </a:path>
              </a:pathLst>
            </a:custGeom>
            <a:solidFill>
              <a:srgbClr val="0092C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2646DF4-1CD7-BB47-AF8B-DDCD4C10C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91137" y="7768468"/>
              <a:ext cx="1690610" cy="311852"/>
            </a:xfrm>
            <a:custGeom>
              <a:avLst/>
              <a:gdLst>
                <a:gd name="connsiteX0" fmla="*/ 659620 w 1690610"/>
                <a:gd name="connsiteY0" fmla="*/ 241697 h 311852"/>
                <a:gd name="connsiteX1" fmla="*/ 1069454 w 1690610"/>
                <a:gd name="connsiteY1" fmla="*/ 241697 h 311852"/>
                <a:gd name="connsiteX2" fmla="*/ 1091876 w 1690610"/>
                <a:gd name="connsiteY2" fmla="*/ 311852 h 311852"/>
                <a:gd name="connsiteX3" fmla="*/ 637198 w 1690610"/>
                <a:gd name="connsiteY3" fmla="*/ 311852 h 311852"/>
                <a:gd name="connsiteX4" fmla="*/ 71118 w 1690610"/>
                <a:gd name="connsiteY4" fmla="*/ 0 h 311852"/>
                <a:gd name="connsiteX5" fmla="*/ 1619492 w 1690610"/>
                <a:gd name="connsiteY5" fmla="*/ 0 h 311852"/>
                <a:gd name="connsiteX6" fmla="*/ 1690610 w 1690610"/>
                <a:gd name="connsiteY6" fmla="*/ 218474 h 311852"/>
                <a:gd name="connsiteX7" fmla="*/ 0 w 1690610"/>
                <a:gd name="connsiteY7" fmla="*/ 218474 h 3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0610" h="311852">
                  <a:moveTo>
                    <a:pt x="659620" y="241697"/>
                  </a:moveTo>
                  <a:lnTo>
                    <a:pt x="1069454" y="241697"/>
                  </a:lnTo>
                  <a:lnTo>
                    <a:pt x="1091876" y="311852"/>
                  </a:lnTo>
                  <a:lnTo>
                    <a:pt x="637198" y="311852"/>
                  </a:lnTo>
                  <a:close/>
                  <a:moveTo>
                    <a:pt x="71118" y="0"/>
                  </a:moveTo>
                  <a:lnTo>
                    <a:pt x="1619492" y="0"/>
                  </a:lnTo>
                  <a:lnTo>
                    <a:pt x="1690610" y="218474"/>
                  </a:lnTo>
                  <a:lnTo>
                    <a:pt x="0" y="218474"/>
                  </a:lnTo>
                  <a:close/>
                </a:path>
              </a:pathLst>
            </a:custGeom>
            <a:solidFill>
              <a:srgbClr val="97ECF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id="{D4F62B54-20B9-B746-BED0-0F0B10C02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7622" y="7768468"/>
              <a:ext cx="1658900" cy="219722"/>
            </a:xfrm>
            <a:custGeom>
              <a:avLst/>
              <a:gdLst>
                <a:gd name="T0" fmla="*/ 1141 w 1332"/>
                <a:gd name="T1" fmla="*/ 128 h 176"/>
                <a:gd name="T2" fmla="*/ 1066 w 1332"/>
                <a:gd name="T3" fmla="*/ 87 h 176"/>
                <a:gd name="T4" fmla="*/ 1114 w 1332"/>
                <a:gd name="T5" fmla="*/ 37 h 176"/>
                <a:gd name="T6" fmla="*/ 1064 w 1332"/>
                <a:gd name="T7" fmla="*/ 128 h 176"/>
                <a:gd name="T8" fmla="*/ 993 w 1332"/>
                <a:gd name="T9" fmla="*/ 37 h 176"/>
                <a:gd name="T10" fmla="*/ 928 w 1332"/>
                <a:gd name="T11" fmla="*/ 37 h 176"/>
                <a:gd name="T12" fmla="*/ 868 w 1332"/>
                <a:gd name="T13" fmla="*/ 87 h 176"/>
                <a:gd name="T14" fmla="*/ 924 w 1332"/>
                <a:gd name="T15" fmla="*/ 78 h 176"/>
                <a:gd name="T16" fmla="*/ 1123 w 1332"/>
                <a:gd name="T17" fmla="*/ 37 h 176"/>
                <a:gd name="T18" fmla="*/ 1243 w 1332"/>
                <a:gd name="T19" fmla="*/ 37 h 176"/>
                <a:gd name="T20" fmla="*/ 799 w 1332"/>
                <a:gd name="T21" fmla="*/ 37 h 176"/>
                <a:gd name="T22" fmla="*/ 736 w 1332"/>
                <a:gd name="T23" fmla="*/ 87 h 176"/>
                <a:gd name="T24" fmla="*/ 793 w 1332"/>
                <a:gd name="T25" fmla="*/ 78 h 176"/>
                <a:gd name="T26" fmla="*/ 728 w 1332"/>
                <a:gd name="T27" fmla="*/ 128 h 176"/>
                <a:gd name="T28" fmla="*/ 669 w 1332"/>
                <a:gd name="T29" fmla="*/ 37 h 176"/>
                <a:gd name="T30" fmla="*/ 661 w 1332"/>
                <a:gd name="T31" fmla="*/ 128 h 176"/>
                <a:gd name="T32" fmla="*/ 538 w 1332"/>
                <a:gd name="T33" fmla="*/ 78 h 176"/>
                <a:gd name="T34" fmla="*/ 537 w 1332"/>
                <a:gd name="T35" fmla="*/ 87 h 176"/>
                <a:gd name="T36" fmla="*/ 531 w 1332"/>
                <a:gd name="T37" fmla="*/ 37 h 176"/>
                <a:gd name="T38" fmla="*/ 526 w 1332"/>
                <a:gd name="T39" fmla="*/ 128 h 176"/>
                <a:gd name="T40" fmla="*/ 459 w 1332"/>
                <a:gd name="T41" fmla="*/ 128 h 176"/>
                <a:gd name="T42" fmla="*/ 338 w 1332"/>
                <a:gd name="T43" fmla="*/ 78 h 176"/>
                <a:gd name="T44" fmla="*/ 337 w 1332"/>
                <a:gd name="T45" fmla="*/ 87 h 176"/>
                <a:gd name="T46" fmla="*/ 335 w 1332"/>
                <a:gd name="T47" fmla="*/ 37 h 176"/>
                <a:gd name="T48" fmla="*/ 323 w 1332"/>
                <a:gd name="T49" fmla="*/ 128 h 176"/>
                <a:gd name="T50" fmla="*/ 257 w 1332"/>
                <a:gd name="T51" fmla="*/ 128 h 176"/>
                <a:gd name="T52" fmla="*/ 132 w 1332"/>
                <a:gd name="T53" fmla="*/ 128 h 176"/>
                <a:gd name="T54" fmla="*/ 74 w 1332"/>
                <a:gd name="T55" fmla="*/ 87 h 176"/>
                <a:gd name="T56" fmla="*/ 77 w 1332"/>
                <a:gd name="T57" fmla="*/ 78 h 176"/>
                <a:gd name="T58" fmla="*/ 152 w 1332"/>
                <a:gd name="T59" fmla="*/ 37 h 176"/>
                <a:gd name="T60" fmla="*/ 1253 w 1332"/>
                <a:gd name="T61" fmla="*/ 37 h 176"/>
                <a:gd name="T62" fmla="*/ 1242 w 1332"/>
                <a:gd name="T63" fmla="*/ 29 h 176"/>
                <a:gd name="T64" fmla="*/ 1116 w 1332"/>
                <a:gd name="T65" fmla="*/ 0 h 176"/>
                <a:gd name="T66" fmla="*/ 1048 w 1332"/>
                <a:gd name="T67" fmla="*/ 29 h 176"/>
                <a:gd name="T68" fmla="*/ 924 w 1332"/>
                <a:gd name="T69" fmla="*/ 0 h 176"/>
                <a:gd name="T70" fmla="*/ 854 w 1332"/>
                <a:gd name="T71" fmla="*/ 29 h 176"/>
                <a:gd name="T72" fmla="*/ 733 w 1332"/>
                <a:gd name="T73" fmla="*/ 0 h 176"/>
                <a:gd name="T74" fmla="*/ 661 w 1332"/>
                <a:gd name="T75" fmla="*/ 29 h 176"/>
                <a:gd name="T76" fmla="*/ 542 w 1332"/>
                <a:gd name="T77" fmla="*/ 0 h 176"/>
                <a:gd name="T78" fmla="*/ 467 w 1332"/>
                <a:gd name="T79" fmla="*/ 29 h 176"/>
                <a:gd name="T80" fmla="*/ 349 w 1332"/>
                <a:gd name="T81" fmla="*/ 1 h 176"/>
                <a:gd name="T82" fmla="*/ 278 w 1332"/>
                <a:gd name="T83" fmla="*/ 0 h 176"/>
                <a:gd name="T84" fmla="*/ 154 w 1332"/>
                <a:gd name="T85" fmla="*/ 29 h 176"/>
                <a:gd name="T86" fmla="*/ 87 w 1332"/>
                <a:gd name="T87" fmla="*/ 0 h 176"/>
                <a:gd name="T88" fmla="*/ 20 w 1332"/>
                <a:gd name="T89" fmla="*/ 78 h 176"/>
                <a:gd name="T90" fmla="*/ 53 w 1332"/>
                <a:gd name="T91" fmla="*/ 137 h 176"/>
                <a:gd name="T92" fmla="*/ 121 w 1332"/>
                <a:gd name="T93" fmla="*/ 175 h 176"/>
                <a:gd name="T94" fmla="*/ 256 w 1332"/>
                <a:gd name="T95" fmla="*/ 137 h 176"/>
                <a:gd name="T96" fmla="*/ 321 w 1332"/>
                <a:gd name="T97" fmla="*/ 175 h 176"/>
                <a:gd name="T98" fmla="*/ 399 w 1332"/>
                <a:gd name="T99" fmla="*/ 137 h 176"/>
                <a:gd name="T100" fmla="*/ 535 w 1332"/>
                <a:gd name="T101" fmla="*/ 137 h 176"/>
                <a:gd name="T102" fmla="*/ 737 w 1332"/>
                <a:gd name="T103" fmla="*/ 137 h 176"/>
                <a:gd name="T104" fmla="*/ 872 w 1332"/>
                <a:gd name="T105" fmla="*/ 137 h 176"/>
                <a:gd name="T106" fmla="*/ 1004 w 1332"/>
                <a:gd name="T107" fmla="*/ 175 h 176"/>
                <a:gd name="T108" fmla="*/ 1075 w 1332"/>
                <a:gd name="T109" fmla="*/ 137 h 176"/>
                <a:gd name="T110" fmla="*/ 1209 w 1332"/>
                <a:gd name="T111" fmla="*/ 175 h 176"/>
                <a:gd name="T112" fmla="*/ 1277 w 1332"/>
                <a:gd name="T113" fmla="*/ 13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32" h="176">
                  <a:moveTo>
                    <a:pt x="1208" y="128"/>
                  </a:moveTo>
                  <a:lnTo>
                    <a:pt x="1199" y="87"/>
                  </a:lnTo>
                  <a:lnTo>
                    <a:pt x="1256" y="87"/>
                  </a:lnTo>
                  <a:lnTo>
                    <a:pt x="1266" y="128"/>
                  </a:lnTo>
                  <a:lnTo>
                    <a:pt x="1208" y="128"/>
                  </a:lnTo>
                  <a:close/>
                  <a:moveTo>
                    <a:pt x="1141" y="128"/>
                  </a:moveTo>
                  <a:lnTo>
                    <a:pt x="1133" y="87"/>
                  </a:lnTo>
                  <a:lnTo>
                    <a:pt x="1190" y="87"/>
                  </a:lnTo>
                  <a:lnTo>
                    <a:pt x="1199" y="128"/>
                  </a:lnTo>
                  <a:lnTo>
                    <a:pt x="1141" y="128"/>
                  </a:lnTo>
                  <a:close/>
                  <a:moveTo>
                    <a:pt x="1073" y="128"/>
                  </a:moveTo>
                  <a:lnTo>
                    <a:pt x="1066" y="87"/>
                  </a:lnTo>
                  <a:lnTo>
                    <a:pt x="1123" y="87"/>
                  </a:lnTo>
                  <a:lnTo>
                    <a:pt x="1132" y="128"/>
                  </a:lnTo>
                  <a:lnTo>
                    <a:pt x="1073" y="128"/>
                  </a:lnTo>
                  <a:close/>
                  <a:moveTo>
                    <a:pt x="1065" y="78"/>
                  </a:moveTo>
                  <a:lnTo>
                    <a:pt x="1058" y="37"/>
                  </a:lnTo>
                  <a:lnTo>
                    <a:pt x="1114" y="37"/>
                  </a:lnTo>
                  <a:lnTo>
                    <a:pt x="1122" y="78"/>
                  </a:lnTo>
                  <a:lnTo>
                    <a:pt x="1065" y="78"/>
                  </a:lnTo>
                  <a:close/>
                  <a:moveTo>
                    <a:pt x="1006" y="128"/>
                  </a:moveTo>
                  <a:lnTo>
                    <a:pt x="1000" y="87"/>
                  </a:lnTo>
                  <a:lnTo>
                    <a:pt x="1058" y="87"/>
                  </a:lnTo>
                  <a:lnTo>
                    <a:pt x="1064" y="128"/>
                  </a:lnTo>
                  <a:lnTo>
                    <a:pt x="1006" y="128"/>
                  </a:lnTo>
                  <a:close/>
                  <a:moveTo>
                    <a:pt x="993" y="37"/>
                  </a:moveTo>
                  <a:lnTo>
                    <a:pt x="1050" y="37"/>
                  </a:lnTo>
                  <a:lnTo>
                    <a:pt x="1056" y="78"/>
                  </a:lnTo>
                  <a:lnTo>
                    <a:pt x="999" y="78"/>
                  </a:lnTo>
                  <a:lnTo>
                    <a:pt x="993" y="37"/>
                  </a:lnTo>
                  <a:close/>
                  <a:moveTo>
                    <a:pt x="939" y="128"/>
                  </a:moveTo>
                  <a:lnTo>
                    <a:pt x="934" y="87"/>
                  </a:lnTo>
                  <a:lnTo>
                    <a:pt x="991" y="87"/>
                  </a:lnTo>
                  <a:lnTo>
                    <a:pt x="997" y="128"/>
                  </a:lnTo>
                  <a:lnTo>
                    <a:pt x="939" y="128"/>
                  </a:lnTo>
                  <a:close/>
                  <a:moveTo>
                    <a:pt x="928" y="37"/>
                  </a:moveTo>
                  <a:lnTo>
                    <a:pt x="985" y="37"/>
                  </a:lnTo>
                  <a:lnTo>
                    <a:pt x="990" y="78"/>
                  </a:lnTo>
                  <a:lnTo>
                    <a:pt x="933" y="78"/>
                  </a:lnTo>
                  <a:lnTo>
                    <a:pt x="928" y="37"/>
                  </a:lnTo>
                  <a:close/>
                  <a:moveTo>
                    <a:pt x="871" y="128"/>
                  </a:moveTo>
                  <a:lnTo>
                    <a:pt x="868" y="87"/>
                  </a:lnTo>
                  <a:lnTo>
                    <a:pt x="925" y="87"/>
                  </a:lnTo>
                  <a:lnTo>
                    <a:pt x="930" y="128"/>
                  </a:lnTo>
                  <a:lnTo>
                    <a:pt x="871" y="128"/>
                  </a:lnTo>
                  <a:close/>
                  <a:moveTo>
                    <a:pt x="864" y="37"/>
                  </a:moveTo>
                  <a:lnTo>
                    <a:pt x="920" y="37"/>
                  </a:lnTo>
                  <a:lnTo>
                    <a:pt x="924" y="78"/>
                  </a:lnTo>
                  <a:lnTo>
                    <a:pt x="867" y="78"/>
                  </a:lnTo>
                  <a:lnTo>
                    <a:pt x="864" y="37"/>
                  </a:lnTo>
                  <a:close/>
                  <a:moveTo>
                    <a:pt x="1179" y="37"/>
                  </a:moveTo>
                  <a:lnTo>
                    <a:pt x="1188" y="78"/>
                  </a:lnTo>
                  <a:lnTo>
                    <a:pt x="1131" y="78"/>
                  </a:lnTo>
                  <a:lnTo>
                    <a:pt x="1123" y="37"/>
                  </a:lnTo>
                  <a:lnTo>
                    <a:pt x="1179" y="37"/>
                  </a:lnTo>
                  <a:close/>
                  <a:moveTo>
                    <a:pt x="1243" y="37"/>
                  </a:moveTo>
                  <a:lnTo>
                    <a:pt x="1254" y="78"/>
                  </a:lnTo>
                  <a:lnTo>
                    <a:pt x="1197" y="78"/>
                  </a:lnTo>
                  <a:lnTo>
                    <a:pt x="1188" y="37"/>
                  </a:lnTo>
                  <a:lnTo>
                    <a:pt x="1243" y="37"/>
                  </a:lnTo>
                  <a:close/>
                  <a:moveTo>
                    <a:pt x="804" y="128"/>
                  </a:moveTo>
                  <a:lnTo>
                    <a:pt x="802" y="87"/>
                  </a:lnTo>
                  <a:lnTo>
                    <a:pt x="859" y="87"/>
                  </a:lnTo>
                  <a:lnTo>
                    <a:pt x="862" y="128"/>
                  </a:lnTo>
                  <a:lnTo>
                    <a:pt x="804" y="128"/>
                  </a:lnTo>
                  <a:close/>
                  <a:moveTo>
                    <a:pt x="799" y="37"/>
                  </a:moveTo>
                  <a:lnTo>
                    <a:pt x="855" y="37"/>
                  </a:lnTo>
                  <a:lnTo>
                    <a:pt x="859" y="78"/>
                  </a:lnTo>
                  <a:lnTo>
                    <a:pt x="801" y="78"/>
                  </a:lnTo>
                  <a:lnTo>
                    <a:pt x="799" y="37"/>
                  </a:lnTo>
                  <a:close/>
                  <a:moveTo>
                    <a:pt x="736" y="128"/>
                  </a:moveTo>
                  <a:lnTo>
                    <a:pt x="736" y="87"/>
                  </a:lnTo>
                  <a:lnTo>
                    <a:pt x="793" y="87"/>
                  </a:lnTo>
                  <a:lnTo>
                    <a:pt x="795" y="128"/>
                  </a:lnTo>
                  <a:lnTo>
                    <a:pt x="736" y="128"/>
                  </a:lnTo>
                  <a:close/>
                  <a:moveTo>
                    <a:pt x="734" y="37"/>
                  </a:moveTo>
                  <a:lnTo>
                    <a:pt x="790" y="37"/>
                  </a:lnTo>
                  <a:lnTo>
                    <a:pt x="793" y="78"/>
                  </a:lnTo>
                  <a:lnTo>
                    <a:pt x="735" y="78"/>
                  </a:lnTo>
                  <a:lnTo>
                    <a:pt x="734" y="37"/>
                  </a:lnTo>
                  <a:close/>
                  <a:moveTo>
                    <a:pt x="669" y="128"/>
                  </a:moveTo>
                  <a:lnTo>
                    <a:pt x="669" y="87"/>
                  </a:lnTo>
                  <a:lnTo>
                    <a:pt x="727" y="87"/>
                  </a:lnTo>
                  <a:lnTo>
                    <a:pt x="728" y="128"/>
                  </a:lnTo>
                  <a:lnTo>
                    <a:pt x="669" y="128"/>
                  </a:lnTo>
                  <a:close/>
                  <a:moveTo>
                    <a:pt x="669" y="37"/>
                  </a:moveTo>
                  <a:lnTo>
                    <a:pt x="725" y="37"/>
                  </a:lnTo>
                  <a:lnTo>
                    <a:pt x="727" y="78"/>
                  </a:lnTo>
                  <a:lnTo>
                    <a:pt x="669" y="78"/>
                  </a:lnTo>
                  <a:lnTo>
                    <a:pt x="669" y="37"/>
                  </a:lnTo>
                  <a:close/>
                  <a:moveTo>
                    <a:pt x="661" y="78"/>
                  </a:moveTo>
                  <a:lnTo>
                    <a:pt x="604" y="78"/>
                  </a:lnTo>
                  <a:lnTo>
                    <a:pt x="605" y="37"/>
                  </a:lnTo>
                  <a:lnTo>
                    <a:pt x="661" y="37"/>
                  </a:lnTo>
                  <a:lnTo>
                    <a:pt x="661" y="78"/>
                  </a:lnTo>
                  <a:close/>
                  <a:moveTo>
                    <a:pt x="661" y="128"/>
                  </a:moveTo>
                  <a:lnTo>
                    <a:pt x="602" y="128"/>
                  </a:lnTo>
                  <a:lnTo>
                    <a:pt x="603" y="87"/>
                  </a:lnTo>
                  <a:lnTo>
                    <a:pt x="661" y="87"/>
                  </a:lnTo>
                  <a:lnTo>
                    <a:pt x="661" y="128"/>
                  </a:lnTo>
                  <a:close/>
                  <a:moveTo>
                    <a:pt x="595" y="78"/>
                  </a:moveTo>
                  <a:lnTo>
                    <a:pt x="538" y="78"/>
                  </a:lnTo>
                  <a:lnTo>
                    <a:pt x="540" y="37"/>
                  </a:lnTo>
                  <a:lnTo>
                    <a:pt x="596" y="37"/>
                  </a:lnTo>
                  <a:lnTo>
                    <a:pt x="595" y="78"/>
                  </a:lnTo>
                  <a:close/>
                  <a:moveTo>
                    <a:pt x="593" y="128"/>
                  </a:moveTo>
                  <a:lnTo>
                    <a:pt x="535" y="128"/>
                  </a:lnTo>
                  <a:lnTo>
                    <a:pt x="537" y="87"/>
                  </a:lnTo>
                  <a:lnTo>
                    <a:pt x="594" y="87"/>
                  </a:lnTo>
                  <a:lnTo>
                    <a:pt x="593" y="128"/>
                  </a:lnTo>
                  <a:close/>
                  <a:moveTo>
                    <a:pt x="529" y="78"/>
                  </a:moveTo>
                  <a:lnTo>
                    <a:pt x="472" y="78"/>
                  </a:lnTo>
                  <a:lnTo>
                    <a:pt x="475" y="37"/>
                  </a:lnTo>
                  <a:lnTo>
                    <a:pt x="531" y="37"/>
                  </a:lnTo>
                  <a:lnTo>
                    <a:pt x="529" y="78"/>
                  </a:lnTo>
                  <a:close/>
                  <a:moveTo>
                    <a:pt x="526" y="128"/>
                  </a:moveTo>
                  <a:lnTo>
                    <a:pt x="467" y="128"/>
                  </a:lnTo>
                  <a:lnTo>
                    <a:pt x="471" y="87"/>
                  </a:lnTo>
                  <a:lnTo>
                    <a:pt x="529" y="87"/>
                  </a:lnTo>
                  <a:lnTo>
                    <a:pt x="526" y="128"/>
                  </a:lnTo>
                  <a:close/>
                  <a:moveTo>
                    <a:pt x="463" y="78"/>
                  </a:moveTo>
                  <a:lnTo>
                    <a:pt x="406" y="78"/>
                  </a:lnTo>
                  <a:lnTo>
                    <a:pt x="410" y="37"/>
                  </a:lnTo>
                  <a:lnTo>
                    <a:pt x="467" y="37"/>
                  </a:lnTo>
                  <a:lnTo>
                    <a:pt x="463" y="78"/>
                  </a:lnTo>
                  <a:close/>
                  <a:moveTo>
                    <a:pt x="459" y="128"/>
                  </a:moveTo>
                  <a:lnTo>
                    <a:pt x="400" y="128"/>
                  </a:lnTo>
                  <a:lnTo>
                    <a:pt x="405" y="87"/>
                  </a:lnTo>
                  <a:lnTo>
                    <a:pt x="462" y="87"/>
                  </a:lnTo>
                  <a:lnTo>
                    <a:pt x="459" y="128"/>
                  </a:lnTo>
                  <a:close/>
                  <a:moveTo>
                    <a:pt x="397" y="78"/>
                  </a:moveTo>
                  <a:lnTo>
                    <a:pt x="338" y="78"/>
                  </a:lnTo>
                  <a:lnTo>
                    <a:pt x="344" y="37"/>
                  </a:lnTo>
                  <a:lnTo>
                    <a:pt x="402" y="37"/>
                  </a:lnTo>
                  <a:lnTo>
                    <a:pt x="397" y="78"/>
                  </a:lnTo>
                  <a:close/>
                  <a:moveTo>
                    <a:pt x="392" y="128"/>
                  </a:moveTo>
                  <a:lnTo>
                    <a:pt x="331" y="128"/>
                  </a:lnTo>
                  <a:lnTo>
                    <a:pt x="337" y="87"/>
                  </a:lnTo>
                  <a:lnTo>
                    <a:pt x="397" y="87"/>
                  </a:lnTo>
                  <a:lnTo>
                    <a:pt x="392" y="128"/>
                  </a:lnTo>
                  <a:close/>
                  <a:moveTo>
                    <a:pt x="329" y="78"/>
                  </a:moveTo>
                  <a:lnTo>
                    <a:pt x="274" y="78"/>
                  </a:lnTo>
                  <a:lnTo>
                    <a:pt x="281" y="37"/>
                  </a:lnTo>
                  <a:lnTo>
                    <a:pt x="335" y="37"/>
                  </a:lnTo>
                  <a:lnTo>
                    <a:pt x="329" y="78"/>
                  </a:lnTo>
                  <a:close/>
                  <a:moveTo>
                    <a:pt x="323" y="128"/>
                  </a:moveTo>
                  <a:lnTo>
                    <a:pt x="266" y="128"/>
                  </a:lnTo>
                  <a:lnTo>
                    <a:pt x="273" y="87"/>
                  </a:lnTo>
                  <a:lnTo>
                    <a:pt x="328" y="87"/>
                  </a:lnTo>
                  <a:lnTo>
                    <a:pt x="323" y="128"/>
                  </a:lnTo>
                  <a:close/>
                  <a:moveTo>
                    <a:pt x="208" y="78"/>
                  </a:moveTo>
                  <a:lnTo>
                    <a:pt x="216" y="37"/>
                  </a:lnTo>
                  <a:lnTo>
                    <a:pt x="272" y="37"/>
                  </a:lnTo>
                  <a:lnTo>
                    <a:pt x="266" y="78"/>
                  </a:lnTo>
                  <a:lnTo>
                    <a:pt x="208" y="78"/>
                  </a:lnTo>
                  <a:close/>
                  <a:moveTo>
                    <a:pt x="257" y="128"/>
                  </a:moveTo>
                  <a:lnTo>
                    <a:pt x="199" y="128"/>
                  </a:lnTo>
                  <a:lnTo>
                    <a:pt x="207" y="87"/>
                  </a:lnTo>
                  <a:lnTo>
                    <a:pt x="264" y="87"/>
                  </a:lnTo>
                  <a:lnTo>
                    <a:pt x="257" y="128"/>
                  </a:lnTo>
                  <a:close/>
                  <a:moveTo>
                    <a:pt x="190" y="128"/>
                  </a:moveTo>
                  <a:lnTo>
                    <a:pt x="132" y="128"/>
                  </a:lnTo>
                  <a:lnTo>
                    <a:pt x="141" y="87"/>
                  </a:lnTo>
                  <a:lnTo>
                    <a:pt x="198" y="87"/>
                  </a:lnTo>
                  <a:lnTo>
                    <a:pt x="190" y="128"/>
                  </a:lnTo>
                  <a:close/>
                  <a:moveTo>
                    <a:pt x="122" y="128"/>
                  </a:moveTo>
                  <a:lnTo>
                    <a:pt x="64" y="128"/>
                  </a:lnTo>
                  <a:lnTo>
                    <a:pt x="74" y="87"/>
                  </a:lnTo>
                  <a:lnTo>
                    <a:pt x="132" y="87"/>
                  </a:lnTo>
                  <a:lnTo>
                    <a:pt x="122" y="128"/>
                  </a:lnTo>
                  <a:close/>
                  <a:moveTo>
                    <a:pt x="87" y="37"/>
                  </a:moveTo>
                  <a:lnTo>
                    <a:pt x="143" y="37"/>
                  </a:lnTo>
                  <a:lnTo>
                    <a:pt x="133" y="78"/>
                  </a:lnTo>
                  <a:lnTo>
                    <a:pt x="77" y="78"/>
                  </a:lnTo>
                  <a:lnTo>
                    <a:pt x="87" y="37"/>
                  </a:lnTo>
                  <a:close/>
                  <a:moveTo>
                    <a:pt x="152" y="37"/>
                  </a:moveTo>
                  <a:lnTo>
                    <a:pt x="208" y="37"/>
                  </a:lnTo>
                  <a:lnTo>
                    <a:pt x="199" y="78"/>
                  </a:lnTo>
                  <a:lnTo>
                    <a:pt x="143" y="78"/>
                  </a:lnTo>
                  <a:lnTo>
                    <a:pt x="152" y="37"/>
                  </a:lnTo>
                  <a:close/>
                  <a:moveTo>
                    <a:pt x="1275" y="128"/>
                  </a:moveTo>
                  <a:lnTo>
                    <a:pt x="1265" y="87"/>
                  </a:lnTo>
                  <a:lnTo>
                    <a:pt x="1314" y="87"/>
                  </a:lnTo>
                  <a:lnTo>
                    <a:pt x="1312" y="78"/>
                  </a:lnTo>
                  <a:lnTo>
                    <a:pt x="1262" y="78"/>
                  </a:lnTo>
                  <a:lnTo>
                    <a:pt x="1253" y="37"/>
                  </a:lnTo>
                  <a:lnTo>
                    <a:pt x="1298" y="37"/>
                  </a:lnTo>
                  <a:lnTo>
                    <a:pt x="1295" y="29"/>
                  </a:lnTo>
                  <a:lnTo>
                    <a:pt x="1250" y="29"/>
                  </a:lnTo>
                  <a:lnTo>
                    <a:pt x="1243" y="0"/>
                  </a:lnTo>
                  <a:lnTo>
                    <a:pt x="1234" y="0"/>
                  </a:lnTo>
                  <a:lnTo>
                    <a:pt x="1242" y="29"/>
                  </a:lnTo>
                  <a:lnTo>
                    <a:pt x="1185" y="29"/>
                  </a:lnTo>
                  <a:lnTo>
                    <a:pt x="1179" y="0"/>
                  </a:lnTo>
                  <a:lnTo>
                    <a:pt x="1171" y="0"/>
                  </a:lnTo>
                  <a:lnTo>
                    <a:pt x="1177" y="29"/>
                  </a:lnTo>
                  <a:lnTo>
                    <a:pt x="1121" y="29"/>
                  </a:lnTo>
                  <a:lnTo>
                    <a:pt x="1116" y="0"/>
                  </a:lnTo>
                  <a:lnTo>
                    <a:pt x="1107" y="0"/>
                  </a:lnTo>
                  <a:lnTo>
                    <a:pt x="1113" y="29"/>
                  </a:lnTo>
                  <a:lnTo>
                    <a:pt x="1056" y="29"/>
                  </a:lnTo>
                  <a:lnTo>
                    <a:pt x="1052" y="0"/>
                  </a:lnTo>
                  <a:lnTo>
                    <a:pt x="1043" y="0"/>
                  </a:lnTo>
                  <a:lnTo>
                    <a:pt x="1048" y="29"/>
                  </a:lnTo>
                  <a:lnTo>
                    <a:pt x="992" y="29"/>
                  </a:lnTo>
                  <a:lnTo>
                    <a:pt x="988" y="0"/>
                  </a:lnTo>
                  <a:lnTo>
                    <a:pt x="979" y="0"/>
                  </a:lnTo>
                  <a:lnTo>
                    <a:pt x="984" y="29"/>
                  </a:lnTo>
                  <a:lnTo>
                    <a:pt x="927" y="29"/>
                  </a:lnTo>
                  <a:lnTo>
                    <a:pt x="924" y="0"/>
                  </a:lnTo>
                  <a:lnTo>
                    <a:pt x="916" y="0"/>
                  </a:lnTo>
                  <a:lnTo>
                    <a:pt x="919" y="29"/>
                  </a:lnTo>
                  <a:lnTo>
                    <a:pt x="863" y="29"/>
                  </a:lnTo>
                  <a:lnTo>
                    <a:pt x="861" y="0"/>
                  </a:lnTo>
                  <a:lnTo>
                    <a:pt x="852" y="0"/>
                  </a:lnTo>
                  <a:lnTo>
                    <a:pt x="854" y="29"/>
                  </a:lnTo>
                  <a:lnTo>
                    <a:pt x="798" y="29"/>
                  </a:lnTo>
                  <a:lnTo>
                    <a:pt x="797" y="0"/>
                  </a:lnTo>
                  <a:lnTo>
                    <a:pt x="788" y="0"/>
                  </a:lnTo>
                  <a:lnTo>
                    <a:pt x="790" y="29"/>
                  </a:lnTo>
                  <a:lnTo>
                    <a:pt x="734" y="29"/>
                  </a:lnTo>
                  <a:lnTo>
                    <a:pt x="733" y="0"/>
                  </a:lnTo>
                  <a:lnTo>
                    <a:pt x="725" y="0"/>
                  </a:lnTo>
                  <a:lnTo>
                    <a:pt x="725" y="29"/>
                  </a:lnTo>
                  <a:lnTo>
                    <a:pt x="669" y="29"/>
                  </a:lnTo>
                  <a:lnTo>
                    <a:pt x="669" y="0"/>
                  </a:lnTo>
                  <a:lnTo>
                    <a:pt x="661" y="0"/>
                  </a:lnTo>
                  <a:lnTo>
                    <a:pt x="661" y="29"/>
                  </a:lnTo>
                  <a:lnTo>
                    <a:pt x="605" y="29"/>
                  </a:lnTo>
                  <a:lnTo>
                    <a:pt x="605" y="0"/>
                  </a:lnTo>
                  <a:lnTo>
                    <a:pt x="597" y="0"/>
                  </a:lnTo>
                  <a:lnTo>
                    <a:pt x="596" y="29"/>
                  </a:lnTo>
                  <a:lnTo>
                    <a:pt x="540" y="29"/>
                  </a:lnTo>
                  <a:lnTo>
                    <a:pt x="542" y="0"/>
                  </a:lnTo>
                  <a:lnTo>
                    <a:pt x="533" y="0"/>
                  </a:lnTo>
                  <a:lnTo>
                    <a:pt x="531" y="29"/>
                  </a:lnTo>
                  <a:lnTo>
                    <a:pt x="476" y="29"/>
                  </a:lnTo>
                  <a:lnTo>
                    <a:pt x="478" y="0"/>
                  </a:lnTo>
                  <a:lnTo>
                    <a:pt x="470" y="0"/>
                  </a:lnTo>
                  <a:lnTo>
                    <a:pt x="467" y="29"/>
                  </a:lnTo>
                  <a:lnTo>
                    <a:pt x="412" y="29"/>
                  </a:lnTo>
                  <a:lnTo>
                    <a:pt x="415" y="0"/>
                  </a:lnTo>
                  <a:lnTo>
                    <a:pt x="406" y="0"/>
                  </a:lnTo>
                  <a:lnTo>
                    <a:pt x="403" y="29"/>
                  </a:lnTo>
                  <a:lnTo>
                    <a:pt x="345" y="29"/>
                  </a:lnTo>
                  <a:lnTo>
                    <a:pt x="349" y="1"/>
                  </a:lnTo>
                  <a:lnTo>
                    <a:pt x="345" y="0"/>
                  </a:lnTo>
                  <a:lnTo>
                    <a:pt x="340" y="0"/>
                  </a:lnTo>
                  <a:lnTo>
                    <a:pt x="336" y="29"/>
                  </a:lnTo>
                  <a:lnTo>
                    <a:pt x="283" y="29"/>
                  </a:lnTo>
                  <a:lnTo>
                    <a:pt x="287" y="0"/>
                  </a:lnTo>
                  <a:lnTo>
                    <a:pt x="278" y="0"/>
                  </a:lnTo>
                  <a:lnTo>
                    <a:pt x="273" y="29"/>
                  </a:lnTo>
                  <a:lnTo>
                    <a:pt x="218" y="29"/>
                  </a:lnTo>
                  <a:lnTo>
                    <a:pt x="223" y="0"/>
                  </a:lnTo>
                  <a:lnTo>
                    <a:pt x="215" y="0"/>
                  </a:lnTo>
                  <a:lnTo>
                    <a:pt x="209" y="29"/>
                  </a:lnTo>
                  <a:lnTo>
                    <a:pt x="154" y="29"/>
                  </a:lnTo>
                  <a:lnTo>
                    <a:pt x="160" y="0"/>
                  </a:lnTo>
                  <a:lnTo>
                    <a:pt x="151" y="0"/>
                  </a:lnTo>
                  <a:lnTo>
                    <a:pt x="145" y="29"/>
                  </a:lnTo>
                  <a:lnTo>
                    <a:pt x="89" y="29"/>
                  </a:lnTo>
                  <a:lnTo>
                    <a:pt x="96" y="0"/>
                  </a:lnTo>
                  <a:lnTo>
                    <a:pt x="87" y="0"/>
                  </a:lnTo>
                  <a:lnTo>
                    <a:pt x="80" y="29"/>
                  </a:lnTo>
                  <a:lnTo>
                    <a:pt x="36" y="29"/>
                  </a:lnTo>
                  <a:lnTo>
                    <a:pt x="33" y="37"/>
                  </a:lnTo>
                  <a:lnTo>
                    <a:pt x="78" y="37"/>
                  </a:lnTo>
                  <a:lnTo>
                    <a:pt x="67" y="78"/>
                  </a:lnTo>
                  <a:lnTo>
                    <a:pt x="20" y="78"/>
                  </a:lnTo>
                  <a:lnTo>
                    <a:pt x="17" y="87"/>
                  </a:lnTo>
                  <a:lnTo>
                    <a:pt x="66" y="87"/>
                  </a:lnTo>
                  <a:lnTo>
                    <a:pt x="55" y="128"/>
                  </a:lnTo>
                  <a:lnTo>
                    <a:pt x="3" y="128"/>
                  </a:lnTo>
                  <a:lnTo>
                    <a:pt x="0" y="137"/>
                  </a:lnTo>
                  <a:lnTo>
                    <a:pt x="53" y="137"/>
                  </a:lnTo>
                  <a:lnTo>
                    <a:pt x="43" y="175"/>
                  </a:lnTo>
                  <a:lnTo>
                    <a:pt x="53" y="175"/>
                  </a:lnTo>
                  <a:lnTo>
                    <a:pt x="62" y="137"/>
                  </a:lnTo>
                  <a:lnTo>
                    <a:pt x="121" y="137"/>
                  </a:lnTo>
                  <a:lnTo>
                    <a:pt x="112" y="175"/>
                  </a:lnTo>
                  <a:lnTo>
                    <a:pt x="121" y="175"/>
                  </a:lnTo>
                  <a:lnTo>
                    <a:pt x="129" y="137"/>
                  </a:lnTo>
                  <a:lnTo>
                    <a:pt x="188" y="137"/>
                  </a:lnTo>
                  <a:lnTo>
                    <a:pt x="180" y="175"/>
                  </a:lnTo>
                  <a:lnTo>
                    <a:pt x="190" y="175"/>
                  </a:lnTo>
                  <a:lnTo>
                    <a:pt x="197" y="137"/>
                  </a:lnTo>
                  <a:lnTo>
                    <a:pt x="256" y="137"/>
                  </a:lnTo>
                  <a:lnTo>
                    <a:pt x="250" y="175"/>
                  </a:lnTo>
                  <a:lnTo>
                    <a:pt x="258" y="175"/>
                  </a:lnTo>
                  <a:lnTo>
                    <a:pt x="264" y="137"/>
                  </a:lnTo>
                  <a:lnTo>
                    <a:pt x="321" y="137"/>
                  </a:lnTo>
                  <a:lnTo>
                    <a:pt x="316" y="174"/>
                  </a:lnTo>
                  <a:lnTo>
                    <a:pt x="321" y="175"/>
                  </a:lnTo>
                  <a:lnTo>
                    <a:pt x="325" y="175"/>
                  </a:lnTo>
                  <a:lnTo>
                    <a:pt x="330" y="137"/>
                  </a:lnTo>
                  <a:lnTo>
                    <a:pt x="391" y="137"/>
                  </a:lnTo>
                  <a:lnTo>
                    <a:pt x="387" y="175"/>
                  </a:lnTo>
                  <a:lnTo>
                    <a:pt x="395" y="175"/>
                  </a:lnTo>
                  <a:lnTo>
                    <a:pt x="399" y="137"/>
                  </a:lnTo>
                  <a:lnTo>
                    <a:pt x="458" y="137"/>
                  </a:lnTo>
                  <a:lnTo>
                    <a:pt x="455" y="175"/>
                  </a:lnTo>
                  <a:lnTo>
                    <a:pt x="464" y="175"/>
                  </a:lnTo>
                  <a:lnTo>
                    <a:pt x="467" y="137"/>
                  </a:lnTo>
                  <a:lnTo>
                    <a:pt x="526" y="137"/>
                  </a:lnTo>
                  <a:lnTo>
                    <a:pt x="535" y="137"/>
                  </a:lnTo>
                  <a:lnTo>
                    <a:pt x="593" y="137"/>
                  </a:lnTo>
                  <a:lnTo>
                    <a:pt x="602" y="137"/>
                  </a:lnTo>
                  <a:lnTo>
                    <a:pt x="661" y="137"/>
                  </a:lnTo>
                  <a:lnTo>
                    <a:pt x="669" y="137"/>
                  </a:lnTo>
                  <a:lnTo>
                    <a:pt x="729" y="137"/>
                  </a:lnTo>
                  <a:lnTo>
                    <a:pt x="737" y="137"/>
                  </a:lnTo>
                  <a:lnTo>
                    <a:pt x="796" y="137"/>
                  </a:lnTo>
                  <a:lnTo>
                    <a:pt x="804" y="137"/>
                  </a:lnTo>
                  <a:lnTo>
                    <a:pt x="864" y="137"/>
                  </a:lnTo>
                  <a:lnTo>
                    <a:pt x="867" y="175"/>
                  </a:lnTo>
                  <a:lnTo>
                    <a:pt x="875" y="175"/>
                  </a:lnTo>
                  <a:lnTo>
                    <a:pt x="872" y="137"/>
                  </a:lnTo>
                  <a:lnTo>
                    <a:pt x="931" y="137"/>
                  </a:lnTo>
                  <a:lnTo>
                    <a:pt x="935" y="175"/>
                  </a:lnTo>
                  <a:lnTo>
                    <a:pt x="944" y="175"/>
                  </a:lnTo>
                  <a:lnTo>
                    <a:pt x="939" y="137"/>
                  </a:lnTo>
                  <a:lnTo>
                    <a:pt x="998" y="137"/>
                  </a:lnTo>
                  <a:lnTo>
                    <a:pt x="1004" y="175"/>
                  </a:lnTo>
                  <a:lnTo>
                    <a:pt x="1012" y="175"/>
                  </a:lnTo>
                  <a:lnTo>
                    <a:pt x="1007" y="137"/>
                  </a:lnTo>
                  <a:lnTo>
                    <a:pt x="1066" y="137"/>
                  </a:lnTo>
                  <a:lnTo>
                    <a:pt x="1072" y="175"/>
                  </a:lnTo>
                  <a:lnTo>
                    <a:pt x="1081" y="175"/>
                  </a:lnTo>
                  <a:lnTo>
                    <a:pt x="1075" y="137"/>
                  </a:lnTo>
                  <a:lnTo>
                    <a:pt x="1133" y="137"/>
                  </a:lnTo>
                  <a:lnTo>
                    <a:pt x="1141" y="175"/>
                  </a:lnTo>
                  <a:lnTo>
                    <a:pt x="1149" y="175"/>
                  </a:lnTo>
                  <a:lnTo>
                    <a:pt x="1142" y="137"/>
                  </a:lnTo>
                  <a:lnTo>
                    <a:pt x="1201" y="137"/>
                  </a:lnTo>
                  <a:lnTo>
                    <a:pt x="1209" y="175"/>
                  </a:lnTo>
                  <a:lnTo>
                    <a:pt x="1218" y="175"/>
                  </a:lnTo>
                  <a:lnTo>
                    <a:pt x="1210" y="137"/>
                  </a:lnTo>
                  <a:lnTo>
                    <a:pt x="1269" y="137"/>
                  </a:lnTo>
                  <a:lnTo>
                    <a:pt x="1278" y="175"/>
                  </a:lnTo>
                  <a:lnTo>
                    <a:pt x="1287" y="175"/>
                  </a:lnTo>
                  <a:lnTo>
                    <a:pt x="1277" y="137"/>
                  </a:lnTo>
                  <a:lnTo>
                    <a:pt x="1331" y="137"/>
                  </a:lnTo>
                  <a:lnTo>
                    <a:pt x="1328" y="128"/>
                  </a:lnTo>
                  <a:lnTo>
                    <a:pt x="1275" y="128"/>
                  </a:ln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4" name="Freeform 112">
              <a:extLst>
                <a:ext uri="{FF2B5EF4-FFF2-40B4-BE49-F238E27FC236}">
                  <a16:creationId xmlns:a16="http://schemas.microsoft.com/office/drawing/2014/main" id="{C5E31EEC-508C-394B-AD90-D21066B1B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1567" y="6818169"/>
              <a:ext cx="774521" cy="769026"/>
            </a:xfrm>
            <a:custGeom>
              <a:avLst/>
              <a:gdLst>
                <a:gd name="T0" fmla="*/ 620 w 621"/>
                <a:gd name="T1" fmla="*/ 308 h 619"/>
                <a:gd name="T2" fmla="*/ 620 w 621"/>
                <a:gd name="T3" fmla="*/ 308 h 619"/>
                <a:gd name="T4" fmla="*/ 310 w 621"/>
                <a:gd name="T5" fmla="*/ 618 h 619"/>
                <a:gd name="T6" fmla="*/ 310 w 621"/>
                <a:gd name="T7" fmla="*/ 618 h 619"/>
                <a:gd name="T8" fmla="*/ 0 w 621"/>
                <a:gd name="T9" fmla="*/ 308 h 619"/>
                <a:gd name="T10" fmla="*/ 0 w 621"/>
                <a:gd name="T11" fmla="*/ 308 h 619"/>
                <a:gd name="T12" fmla="*/ 310 w 621"/>
                <a:gd name="T13" fmla="*/ 0 h 619"/>
                <a:gd name="T14" fmla="*/ 310 w 621"/>
                <a:gd name="T15" fmla="*/ 0 h 619"/>
                <a:gd name="T16" fmla="*/ 620 w 621"/>
                <a:gd name="T17" fmla="*/ 308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1" h="619">
                  <a:moveTo>
                    <a:pt x="620" y="308"/>
                  </a:moveTo>
                  <a:lnTo>
                    <a:pt x="620" y="308"/>
                  </a:lnTo>
                  <a:cubicBezTo>
                    <a:pt x="620" y="480"/>
                    <a:pt x="481" y="618"/>
                    <a:pt x="310" y="618"/>
                  </a:cubicBezTo>
                  <a:lnTo>
                    <a:pt x="310" y="618"/>
                  </a:lnTo>
                  <a:cubicBezTo>
                    <a:pt x="139" y="618"/>
                    <a:pt x="0" y="480"/>
                    <a:pt x="0" y="308"/>
                  </a:cubicBezTo>
                  <a:lnTo>
                    <a:pt x="0" y="308"/>
                  </a:lnTo>
                  <a:cubicBezTo>
                    <a:pt x="0" y="138"/>
                    <a:pt x="139" y="0"/>
                    <a:pt x="310" y="0"/>
                  </a:cubicBezTo>
                  <a:lnTo>
                    <a:pt x="310" y="0"/>
                  </a:lnTo>
                  <a:cubicBezTo>
                    <a:pt x="481" y="0"/>
                    <a:pt x="620" y="138"/>
                    <a:pt x="620" y="30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5" name="Freeform 113">
              <a:extLst>
                <a:ext uri="{FF2B5EF4-FFF2-40B4-BE49-F238E27FC236}">
                  <a16:creationId xmlns:a16="http://schemas.microsoft.com/office/drawing/2014/main" id="{B3A7E059-84A0-B444-96B8-88D168B5C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2275" y="6895072"/>
              <a:ext cx="313105" cy="351555"/>
            </a:xfrm>
            <a:custGeom>
              <a:avLst/>
              <a:gdLst>
                <a:gd name="T0" fmla="*/ 47 w 253"/>
                <a:gd name="T1" fmla="*/ 233 h 282"/>
                <a:gd name="T2" fmla="*/ 204 w 253"/>
                <a:gd name="T3" fmla="*/ 233 h 282"/>
                <a:gd name="T4" fmla="*/ 204 w 253"/>
                <a:gd name="T5" fmla="*/ 63 h 282"/>
                <a:gd name="T6" fmla="*/ 204 w 253"/>
                <a:gd name="T7" fmla="*/ 63 h 282"/>
                <a:gd name="T8" fmla="*/ 188 w 253"/>
                <a:gd name="T9" fmla="*/ 47 h 282"/>
                <a:gd name="T10" fmla="*/ 64 w 253"/>
                <a:gd name="T11" fmla="*/ 47 h 282"/>
                <a:gd name="T12" fmla="*/ 64 w 253"/>
                <a:gd name="T13" fmla="*/ 47 h 282"/>
                <a:gd name="T14" fmla="*/ 47 w 253"/>
                <a:gd name="T15" fmla="*/ 63 h 282"/>
                <a:gd name="T16" fmla="*/ 47 w 253"/>
                <a:gd name="T17" fmla="*/ 233 h 282"/>
                <a:gd name="T18" fmla="*/ 252 w 253"/>
                <a:gd name="T19" fmla="*/ 281 h 282"/>
                <a:gd name="T20" fmla="*/ 0 w 253"/>
                <a:gd name="T21" fmla="*/ 281 h 282"/>
                <a:gd name="T22" fmla="*/ 0 w 253"/>
                <a:gd name="T23" fmla="*/ 63 h 282"/>
                <a:gd name="T24" fmla="*/ 0 w 253"/>
                <a:gd name="T25" fmla="*/ 63 h 282"/>
                <a:gd name="T26" fmla="*/ 64 w 253"/>
                <a:gd name="T27" fmla="*/ 0 h 282"/>
                <a:gd name="T28" fmla="*/ 188 w 253"/>
                <a:gd name="T29" fmla="*/ 0 h 282"/>
                <a:gd name="T30" fmla="*/ 188 w 253"/>
                <a:gd name="T31" fmla="*/ 0 h 282"/>
                <a:gd name="T32" fmla="*/ 252 w 253"/>
                <a:gd name="T33" fmla="*/ 63 h 282"/>
                <a:gd name="T34" fmla="*/ 252 w 253"/>
                <a:gd name="T35" fmla="*/ 28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3" h="282">
                  <a:moveTo>
                    <a:pt x="47" y="233"/>
                  </a:moveTo>
                  <a:lnTo>
                    <a:pt x="204" y="233"/>
                  </a:lnTo>
                  <a:lnTo>
                    <a:pt x="204" y="63"/>
                  </a:lnTo>
                  <a:lnTo>
                    <a:pt x="204" y="63"/>
                  </a:lnTo>
                  <a:cubicBezTo>
                    <a:pt x="204" y="54"/>
                    <a:pt x="197" y="47"/>
                    <a:pt x="188" y="47"/>
                  </a:cubicBezTo>
                  <a:lnTo>
                    <a:pt x="64" y="47"/>
                  </a:lnTo>
                  <a:lnTo>
                    <a:pt x="64" y="47"/>
                  </a:lnTo>
                  <a:cubicBezTo>
                    <a:pt x="55" y="47"/>
                    <a:pt x="47" y="54"/>
                    <a:pt x="47" y="63"/>
                  </a:cubicBezTo>
                  <a:lnTo>
                    <a:pt x="47" y="233"/>
                  </a:lnTo>
                  <a:close/>
                  <a:moveTo>
                    <a:pt x="252" y="281"/>
                  </a:moveTo>
                  <a:lnTo>
                    <a:pt x="0" y="281"/>
                  </a:lnTo>
                  <a:lnTo>
                    <a:pt x="0" y="63"/>
                  </a:lnTo>
                  <a:lnTo>
                    <a:pt x="0" y="63"/>
                  </a:lnTo>
                  <a:cubicBezTo>
                    <a:pt x="0" y="28"/>
                    <a:pt x="28" y="0"/>
                    <a:pt x="64" y="0"/>
                  </a:cubicBezTo>
                  <a:lnTo>
                    <a:pt x="188" y="0"/>
                  </a:lnTo>
                  <a:lnTo>
                    <a:pt x="188" y="0"/>
                  </a:lnTo>
                  <a:cubicBezTo>
                    <a:pt x="223" y="0"/>
                    <a:pt x="252" y="28"/>
                    <a:pt x="252" y="63"/>
                  </a:cubicBezTo>
                  <a:lnTo>
                    <a:pt x="252" y="281"/>
                  </a:ln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6" name="Freeform 114">
              <a:extLst>
                <a:ext uri="{FF2B5EF4-FFF2-40B4-BE49-F238E27FC236}">
                  <a16:creationId xmlns:a16="http://schemas.microsoft.com/office/drawing/2014/main" id="{7400B3E3-D325-3F41-88EA-0A41D2778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1853" y="7120288"/>
              <a:ext cx="439444" cy="346060"/>
            </a:xfrm>
            <a:custGeom>
              <a:avLst/>
              <a:gdLst>
                <a:gd name="T0" fmla="*/ 334 w 351"/>
                <a:gd name="T1" fmla="*/ 278 h 279"/>
                <a:gd name="T2" fmla="*/ 15 w 351"/>
                <a:gd name="T3" fmla="*/ 278 h 279"/>
                <a:gd name="T4" fmla="*/ 15 w 351"/>
                <a:gd name="T5" fmla="*/ 278 h 279"/>
                <a:gd name="T6" fmla="*/ 0 w 351"/>
                <a:gd name="T7" fmla="*/ 263 h 279"/>
                <a:gd name="T8" fmla="*/ 0 w 351"/>
                <a:gd name="T9" fmla="*/ 15 h 279"/>
                <a:gd name="T10" fmla="*/ 0 w 351"/>
                <a:gd name="T11" fmla="*/ 15 h 279"/>
                <a:gd name="T12" fmla="*/ 15 w 351"/>
                <a:gd name="T13" fmla="*/ 0 h 279"/>
                <a:gd name="T14" fmla="*/ 334 w 351"/>
                <a:gd name="T15" fmla="*/ 0 h 279"/>
                <a:gd name="T16" fmla="*/ 334 w 351"/>
                <a:gd name="T17" fmla="*/ 0 h 279"/>
                <a:gd name="T18" fmla="*/ 350 w 351"/>
                <a:gd name="T19" fmla="*/ 15 h 279"/>
                <a:gd name="T20" fmla="*/ 350 w 351"/>
                <a:gd name="T21" fmla="*/ 263 h 279"/>
                <a:gd name="T22" fmla="*/ 350 w 351"/>
                <a:gd name="T23" fmla="*/ 263 h 279"/>
                <a:gd name="T24" fmla="*/ 334 w 351"/>
                <a:gd name="T25" fmla="*/ 27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1" h="279">
                  <a:moveTo>
                    <a:pt x="334" y="278"/>
                  </a:moveTo>
                  <a:lnTo>
                    <a:pt x="15" y="278"/>
                  </a:lnTo>
                  <a:lnTo>
                    <a:pt x="15" y="278"/>
                  </a:lnTo>
                  <a:cubicBezTo>
                    <a:pt x="6" y="278"/>
                    <a:pt x="0" y="271"/>
                    <a:pt x="0" y="263"/>
                  </a:cubicBezTo>
                  <a:lnTo>
                    <a:pt x="0" y="15"/>
                  </a:lnTo>
                  <a:lnTo>
                    <a:pt x="0" y="15"/>
                  </a:lnTo>
                  <a:cubicBezTo>
                    <a:pt x="0" y="7"/>
                    <a:pt x="6" y="0"/>
                    <a:pt x="15" y="0"/>
                  </a:cubicBezTo>
                  <a:lnTo>
                    <a:pt x="334" y="0"/>
                  </a:lnTo>
                  <a:lnTo>
                    <a:pt x="334" y="0"/>
                  </a:lnTo>
                  <a:cubicBezTo>
                    <a:pt x="343" y="0"/>
                    <a:pt x="350" y="7"/>
                    <a:pt x="350" y="15"/>
                  </a:cubicBezTo>
                  <a:lnTo>
                    <a:pt x="350" y="263"/>
                  </a:lnTo>
                  <a:lnTo>
                    <a:pt x="350" y="263"/>
                  </a:lnTo>
                  <a:cubicBezTo>
                    <a:pt x="350" y="271"/>
                    <a:pt x="343" y="278"/>
                    <a:pt x="334" y="278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7" name="Freeform 115">
              <a:extLst>
                <a:ext uri="{FF2B5EF4-FFF2-40B4-BE49-F238E27FC236}">
                  <a16:creationId xmlns:a16="http://schemas.microsoft.com/office/drawing/2014/main" id="{37110FBB-451E-8B4E-A4FB-35BE2B965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2136" y="7208180"/>
              <a:ext cx="115356" cy="186764"/>
            </a:xfrm>
            <a:custGeom>
              <a:avLst/>
              <a:gdLst>
                <a:gd name="T0" fmla="*/ 92 w 93"/>
                <a:gd name="T1" fmla="*/ 46 h 148"/>
                <a:gd name="T2" fmla="*/ 92 w 93"/>
                <a:gd name="T3" fmla="*/ 46 h 148"/>
                <a:gd name="T4" fmla="*/ 46 w 93"/>
                <a:gd name="T5" fmla="*/ 0 h 148"/>
                <a:gd name="T6" fmla="*/ 46 w 93"/>
                <a:gd name="T7" fmla="*/ 0 h 148"/>
                <a:gd name="T8" fmla="*/ 0 w 93"/>
                <a:gd name="T9" fmla="*/ 46 h 148"/>
                <a:gd name="T10" fmla="*/ 0 w 93"/>
                <a:gd name="T11" fmla="*/ 46 h 148"/>
                <a:gd name="T12" fmla="*/ 25 w 93"/>
                <a:gd name="T13" fmla="*/ 87 h 148"/>
                <a:gd name="T14" fmla="*/ 11 w 93"/>
                <a:gd name="T15" fmla="*/ 147 h 148"/>
                <a:gd name="T16" fmla="*/ 81 w 93"/>
                <a:gd name="T17" fmla="*/ 147 h 148"/>
                <a:gd name="T18" fmla="*/ 67 w 93"/>
                <a:gd name="T19" fmla="*/ 87 h 148"/>
                <a:gd name="T20" fmla="*/ 67 w 93"/>
                <a:gd name="T21" fmla="*/ 87 h 148"/>
                <a:gd name="T22" fmla="*/ 92 w 93"/>
                <a:gd name="T23" fmla="*/ 46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3" h="148">
                  <a:moveTo>
                    <a:pt x="92" y="46"/>
                  </a:moveTo>
                  <a:lnTo>
                    <a:pt x="92" y="46"/>
                  </a:lnTo>
                  <a:cubicBezTo>
                    <a:pt x="92" y="21"/>
                    <a:pt x="71" y="0"/>
                    <a:pt x="46" y="0"/>
                  </a:cubicBezTo>
                  <a:lnTo>
                    <a:pt x="46" y="0"/>
                  </a:lnTo>
                  <a:cubicBezTo>
                    <a:pt x="20" y="0"/>
                    <a:pt x="0" y="21"/>
                    <a:pt x="0" y="46"/>
                  </a:cubicBezTo>
                  <a:lnTo>
                    <a:pt x="0" y="46"/>
                  </a:lnTo>
                  <a:cubicBezTo>
                    <a:pt x="0" y="64"/>
                    <a:pt x="10" y="79"/>
                    <a:pt x="25" y="87"/>
                  </a:cubicBezTo>
                  <a:lnTo>
                    <a:pt x="11" y="147"/>
                  </a:lnTo>
                  <a:lnTo>
                    <a:pt x="81" y="147"/>
                  </a:lnTo>
                  <a:lnTo>
                    <a:pt x="67" y="87"/>
                  </a:lnTo>
                  <a:lnTo>
                    <a:pt x="67" y="87"/>
                  </a:lnTo>
                  <a:cubicBezTo>
                    <a:pt x="81" y="79"/>
                    <a:pt x="92" y="64"/>
                    <a:pt x="92" y="46"/>
                  </a:cubicBezTo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CFAB333-5867-9144-8AB1-6B38C2F6D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7092" y="3661926"/>
              <a:ext cx="2324901" cy="1781741"/>
            </a:xfrm>
            <a:custGeom>
              <a:avLst/>
              <a:gdLst>
                <a:gd name="connsiteX0" fmla="*/ 1820872 w 2324901"/>
                <a:gd name="connsiteY0" fmla="*/ 906111 h 1781741"/>
                <a:gd name="connsiteX1" fmla="*/ 1630934 w 2324901"/>
                <a:gd name="connsiteY1" fmla="*/ 1071466 h 1781741"/>
                <a:gd name="connsiteX2" fmla="*/ 1414254 w 2324901"/>
                <a:gd name="connsiteY2" fmla="*/ 1238210 h 1781741"/>
                <a:gd name="connsiteX3" fmla="*/ 1187060 w 2324901"/>
                <a:gd name="connsiteY3" fmla="*/ 1392050 h 1781741"/>
                <a:gd name="connsiteX4" fmla="*/ 1183416 w 2324901"/>
                <a:gd name="connsiteY4" fmla="*/ 1394210 h 1781741"/>
                <a:gd name="connsiteX5" fmla="*/ 1371580 w 2324901"/>
                <a:gd name="connsiteY5" fmla="*/ 1505778 h 1781741"/>
                <a:gd name="connsiteX6" fmla="*/ 1788042 w 2324901"/>
                <a:gd name="connsiteY6" fmla="*/ 1694677 h 1781741"/>
                <a:gd name="connsiteX7" fmla="*/ 2278952 w 2324901"/>
                <a:gd name="connsiteY7" fmla="*/ 1698408 h 1781741"/>
                <a:gd name="connsiteX8" fmla="*/ 2121960 w 2324901"/>
                <a:gd name="connsiteY8" fmla="*/ 1233235 h 1781741"/>
                <a:gd name="connsiteX9" fmla="*/ 1982082 w 2324901"/>
                <a:gd name="connsiteY9" fmla="*/ 1067424 h 1781741"/>
                <a:gd name="connsiteX10" fmla="*/ 503562 w 2324901"/>
                <a:gd name="connsiteY10" fmla="*/ 906039 h 1781741"/>
                <a:gd name="connsiteX11" fmla="*/ 342336 w 2324901"/>
                <a:gd name="connsiteY11" fmla="*/ 1067424 h 1781741"/>
                <a:gd name="connsiteX12" fmla="*/ 201932 w 2324901"/>
                <a:gd name="connsiteY12" fmla="*/ 1233235 h 1781741"/>
                <a:gd name="connsiteX13" fmla="*/ 46186 w 2324901"/>
                <a:gd name="connsiteY13" fmla="*/ 1698408 h 1781741"/>
                <a:gd name="connsiteX14" fmla="*/ 537096 w 2324901"/>
                <a:gd name="connsiteY14" fmla="*/ 1694677 h 1781741"/>
                <a:gd name="connsiteX15" fmla="*/ 952936 w 2324901"/>
                <a:gd name="connsiteY15" fmla="*/ 1505778 h 1781741"/>
                <a:gd name="connsiteX16" fmla="*/ 1140844 w 2324901"/>
                <a:gd name="connsiteY16" fmla="*/ 1394324 h 1781741"/>
                <a:gd name="connsiteX17" fmla="*/ 1137008 w 2324901"/>
                <a:gd name="connsiteY17" fmla="*/ 1392050 h 1781741"/>
                <a:gd name="connsiteX18" fmla="*/ 910884 w 2324901"/>
                <a:gd name="connsiteY18" fmla="*/ 1238210 h 1781741"/>
                <a:gd name="connsiteX19" fmla="*/ 693658 w 2324901"/>
                <a:gd name="connsiteY19" fmla="*/ 1071466 h 1781741"/>
                <a:gd name="connsiteX20" fmla="*/ 1162220 w 2324901"/>
                <a:gd name="connsiteY20" fmla="*/ 400748 h 1781741"/>
                <a:gd name="connsiteX21" fmla="*/ 1148864 w 2324901"/>
                <a:gd name="connsiteY21" fmla="*/ 408668 h 1781741"/>
                <a:gd name="connsiteX22" fmla="*/ 923344 w 2324901"/>
                <a:gd name="connsiteY22" fmla="*/ 561595 h 1781741"/>
                <a:gd name="connsiteX23" fmla="*/ 707248 w 2324901"/>
                <a:gd name="connsiteY23" fmla="*/ 727406 h 1781741"/>
                <a:gd name="connsiteX24" fmla="*/ 519312 w 2324901"/>
                <a:gd name="connsiteY24" fmla="*/ 891196 h 1781741"/>
                <a:gd name="connsiteX25" fmla="*/ 707248 w 2324901"/>
                <a:gd name="connsiteY25" fmla="*/ 1054986 h 1781741"/>
                <a:gd name="connsiteX26" fmla="*/ 923344 w 2324901"/>
                <a:gd name="connsiteY26" fmla="*/ 1220797 h 1781741"/>
                <a:gd name="connsiteX27" fmla="*/ 1148864 w 2324901"/>
                <a:gd name="connsiteY27" fmla="*/ 1373724 h 1781741"/>
                <a:gd name="connsiteX28" fmla="*/ 1162220 w 2324901"/>
                <a:gd name="connsiteY28" fmla="*/ 1381644 h 1781741"/>
                <a:gd name="connsiteX29" fmla="*/ 1175574 w 2324901"/>
                <a:gd name="connsiteY29" fmla="*/ 1373724 h 1781741"/>
                <a:gd name="connsiteX30" fmla="*/ 1400548 w 2324901"/>
                <a:gd name="connsiteY30" fmla="*/ 1220797 h 1781741"/>
                <a:gd name="connsiteX31" fmla="*/ 1616820 w 2324901"/>
                <a:gd name="connsiteY31" fmla="*/ 1054986 h 1781741"/>
                <a:gd name="connsiteX32" fmla="*/ 1805036 w 2324901"/>
                <a:gd name="connsiteY32" fmla="*/ 891196 h 1781741"/>
                <a:gd name="connsiteX33" fmla="*/ 1616820 w 2324901"/>
                <a:gd name="connsiteY33" fmla="*/ 727406 h 1781741"/>
                <a:gd name="connsiteX34" fmla="*/ 1400548 w 2324901"/>
                <a:gd name="connsiteY34" fmla="*/ 561595 h 1781741"/>
                <a:gd name="connsiteX35" fmla="*/ 1175574 w 2324901"/>
                <a:gd name="connsiteY35" fmla="*/ 408668 h 1781741"/>
                <a:gd name="connsiteX36" fmla="*/ 216884 w 2324901"/>
                <a:gd name="connsiteY36" fmla="*/ 21795 h 1781741"/>
                <a:gd name="connsiteX37" fmla="*/ 46186 w 2324901"/>
                <a:gd name="connsiteY37" fmla="*/ 83984 h 1781741"/>
                <a:gd name="connsiteX38" fmla="*/ 201932 w 2324901"/>
                <a:gd name="connsiteY38" fmla="*/ 549157 h 1781741"/>
                <a:gd name="connsiteX39" fmla="*/ 342336 w 2324901"/>
                <a:gd name="connsiteY39" fmla="*/ 714968 h 1781741"/>
                <a:gd name="connsiteX40" fmla="*/ 503642 w 2324901"/>
                <a:gd name="connsiteY40" fmla="*/ 876435 h 1781741"/>
                <a:gd name="connsiteX41" fmla="*/ 693658 w 2324901"/>
                <a:gd name="connsiteY41" fmla="*/ 710945 h 1781741"/>
                <a:gd name="connsiteX42" fmla="*/ 910884 w 2324901"/>
                <a:gd name="connsiteY42" fmla="*/ 544182 h 1781741"/>
                <a:gd name="connsiteX43" fmla="*/ 1137008 w 2324901"/>
                <a:gd name="connsiteY43" fmla="*/ 390498 h 1781741"/>
                <a:gd name="connsiteX44" fmla="*/ 1140976 w 2324901"/>
                <a:gd name="connsiteY44" fmla="*/ 388148 h 1781741"/>
                <a:gd name="connsiteX45" fmla="*/ 952936 w 2324901"/>
                <a:gd name="connsiteY45" fmla="*/ 276614 h 1781741"/>
                <a:gd name="connsiteX46" fmla="*/ 537096 w 2324901"/>
                <a:gd name="connsiteY46" fmla="*/ 87715 h 1781741"/>
                <a:gd name="connsiteX47" fmla="*/ 216884 w 2324901"/>
                <a:gd name="connsiteY47" fmla="*/ 21795 h 1781741"/>
                <a:gd name="connsiteX48" fmla="*/ 2104050 w 2324901"/>
                <a:gd name="connsiteY48" fmla="*/ 21484 h 1781741"/>
                <a:gd name="connsiteX49" fmla="*/ 1788042 w 2324901"/>
                <a:gd name="connsiteY49" fmla="*/ 87715 h 1781741"/>
                <a:gd name="connsiteX50" fmla="*/ 1371580 w 2324901"/>
                <a:gd name="connsiteY50" fmla="*/ 276614 h 1781741"/>
                <a:gd name="connsiteX51" fmla="*/ 1183282 w 2324901"/>
                <a:gd name="connsiteY51" fmla="*/ 388261 h 1781741"/>
                <a:gd name="connsiteX52" fmla="*/ 1187060 w 2324901"/>
                <a:gd name="connsiteY52" fmla="*/ 390498 h 1781741"/>
                <a:gd name="connsiteX53" fmla="*/ 1414254 w 2324901"/>
                <a:gd name="connsiteY53" fmla="*/ 544182 h 1781741"/>
                <a:gd name="connsiteX54" fmla="*/ 1630934 w 2324901"/>
                <a:gd name="connsiteY54" fmla="*/ 710945 h 1781741"/>
                <a:gd name="connsiteX55" fmla="*/ 1820792 w 2324901"/>
                <a:gd name="connsiteY55" fmla="*/ 876362 h 1781741"/>
                <a:gd name="connsiteX56" fmla="*/ 1982082 w 2324901"/>
                <a:gd name="connsiteY56" fmla="*/ 714968 h 1781741"/>
                <a:gd name="connsiteX57" fmla="*/ 2121960 w 2324901"/>
                <a:gd name="connsiteY57" fmla="*/ 549157 h 1781741"/>
                <a:gd name="connsiteX58" fmla="*/ 2278952 w 2324901"/>
                <a:gd name="connsiteY58" fmla="*/ 83984 h 1781741"/>
                <a:gd name="connsiteX59" fmla="*/ 2104050 w 2324901"/>
                <a:gd name="connsiteY59" fmla="*/ 21484 h 1781741"/>
                <a:gd name="connsiteX60" fmla="*/ 213146 w 2324901"/>
                <a:gd name="connsiteY60" fmla="*/ 29 h 1781741"/>
                <a:gd name="connsiteX61" fmla="*/ 543326 w 2324901"/>
                <a:gd name="connsiteY61" fmla="*/ 66571 h 1781741"/>
                <a:gd name="connsiteX62" fmla="*/ 962904 w 2324901"/>
                <a:gd name="connsiteY62" fmla="*/ 257802 h 1781741"/>
                <a:gd name="connsiteX63" fmla="*/ 1162032 w 2324901"/>
                <a:gd name="connsiteY63" fmla="*/ 375682 h 1781741"/>
                <a:gd name="connsiteX64" fmla="*/ 1361144 w 2324901"/>
                <a:gd name="connsiteY64" fmla="*/ 257802 h 1781741"/>
                <a:gd name="connsiteX65" fmla="*/ 1780566 w 2324901"/>
                <a:gd name="connsiteY65" fmla="*/ 66571 h 1781741"/>
                <a:gd name="connsiteX66" fmla="*/ 2296396 w 2324901"/>
                <a:gd name="connsiteY66" fmla="*/ 71546 h 1781741"/>
                <a:gd name="connsiteX67" fmla="*/ 2139404 w 2324901"/>
                <a:gd name="connsiteY67" fmla="*/ 562839 h 1781741"/>
                <a:gd name="connsiteX68" fmla="*/ 1998416 w 2324901"/>
                <a:gd name="connsiteY68" fmla="*/ 729583 h 1781741"/>
                <a:gd name="connsiteX69" fmla="*/ 1836540 w 2324901"/>
                <a:gd name="connsiteY69" fmla="*/ 891284 h 1781741"/>
                <a:gd name="connsiteX70" fmla="*/ 1998416 w 2324901"/>
                <a:gd name="connsiteY70" fmla="*/ 1053334 h 1781741"/>
                <a:gd name="connsiteX71" fmla="*/ 2139404 w 2324901"/>
                <a:gd name="connsiteY71" fmla="*/ 1220797 h 1781741"/>
                <a:gd name="connsiteX72" fmla="*/ 2296396 w 2324901"/>
                <a:gd name="connsiteY72" fmla="*/ 1709602 h 1781741"/>
                <a:gd name="connsiteX73" fmla="*/ 2105762 w 2324901"/>
                <a:gd name="connsiteY73" fmla="*/ 1781741 h 1781741"/>
                <a:gd name="connsiteX74" fmla="*/ 1780566 w 2324901"/>
                <a:gd name="connsiteY74" fmla="*/ 1714577 h 1781741"/>
                <a:gd name="connsiteX75" fmla="*/ 1361144 w 2324901"/>
                <a:gd name="connsiteY75" fmla="*/ 1524901 h 1781741"/>
                <a:gd name="connsiteX76" fmla="*/ 1162032 w 2324901"/>
                <a:gd name="connsiteY76" fmla="*/ 1406883 h 1781741"/>
                <a:gd name="connsiteX77" fmla="*/ 962904 w 2324901"/>
                <a:gd name="connsiteY77" fmla="*/ 1524901 h 1781741"/>
                <a:gd name="connsiteX78" fmla="*/ 543326 w 2324901"/>
                <a:gd name="connsiteY78" fmla="*/ 1714577 h 1781741"/>
                <a:gd name="connsiteX79" fmla="*/ 216884 w 2324901"/>
                <a:gd name="connsiteY79" fmla="*/ 1781741 h 1781741"/>
                <a:gd name="connsiteX80" fmla="*/ 28742 w 2324901"/>
                <a:gd name="connsiteY80" fmla="*/ 1709602 h 1781741"/>
                <a:gd name="connsiteX81" fmla="*/ 184488 w 2324901"/>
                <a:gd name="connsiteY81" fmla="*/ 1220797 h 1781741"/>
                <a:gd name="connsiteX82" fmla="*/ 326022 w 2324901"/>
                <a:gd name="connsiteY82" fmla="*/ 1053334 h 1781741"/>
                <a:gd name="connsiteX83" fmla="*/ 487970 w 2324901"/>
                <a:gd name="connsiteY83" fmla="*/ 891284 h 1781741"/>
                <a:gd name="connsiteX84" fmla="*/ 326022 w 2324901"/>
                <a:gd name="connsiteY84" fmla="*/ 729583 h 1781741"/>
                <a:gd name="connsiteX85" fmla="*/ 184488 w 2324901"/>
                <a:gd name="connsiteY85" fmla="*/ 562839 h 1781741"/>
                <a:gd name="connsiteX86" fmla="*/ 28742 w 2324901"/>
                <a:gd name="connsiteY86" fmla="*/ 71546 h 1781741"/>
                <a:gd name="connsiteX87" fmla="*/ 213146 w 2324901"/>
                <a:gd name="connsiteY87" fmla="*/ 29 h 178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324901" h="1781741">
                  <a:moveTo>
                    <a:pt x="1820872" y="906111"/>
                  </a:moveTo>
                  <a:lnTo>
                    <a:pt x="1630934" y="1071466"/>
                  </a:lnTo>
                  <a:cubicBezTo>
                    <a:pt x="1561822" y="1127980"/>
                    <a:pt x="1489324" y="1183795"/>
                    <a:pt x="1414254" y="1238210"/>
                  </a:cubicBezTo>
                  <a:cubicBezTo>
                    <a:pt x="1338562" y="1292626"/>
                    <a:pt x="1262558" y="1344087"/>
                    <a:pt x="1187060" y="1392050"/>
                  </a:cubicBezTo>
                  <a:lnTo>
                    <a:pt x="1183416" y="1394210"/>
                  </a:lnTo>
                  <a:lnTo>
                    <a:pt x="1371580" y="1505778"/>
                  </a:lnTo>
                  <a:cubicBezTo>
                    <a:pt x="1517980" y="1586157"/>
                    <a:pt x="1659084" y="1650523"/>
                    <a:pt x="1788042" y="1694677"/>
                  </a:cubicBezTo>
                  <a:cubicBezTo>
                    <a:pt x="2038480" y="1781741"/>
                    <a:pt x="2216654" y="1781741"/>
                    <a:pt x="2278952" y="1698408"/>
                  </a:cubicBezTo>
                  <a:cubicBezTo>
                    <a:pt x="2340004" y="1612588"/>
                    <a:pt x="2282690" y="1443434"/>
                    <a:pt x="2121960" y="1233235"/>
                  </a:cubicBezTo>
                  <a:cubicBezTo>
                    <a:pt x="2080844" y="1179131"/>
                    <a:pt x="2033964" y="1123627"/>
                    <a:pt x="1982082" y="1067424"/>
                  </a:cubicBezTo>
                  <a:close/>
                  <a:moveTo>
                    <a:pt x="503562" y="906039"/>
                  </a:moveTo>
                  <a:lnTo>
                    <a:pt x="342336" y="1067424"/>
                  </a:lnTo>
                  <a:cubicBezTo>
                    <a:pt x="290396" y="1123627"/>
                    <a:pt x="243360" y="1179131"/>
                    <a:pt x="201932" y="1233235"/>
                  </a:cubicBezTo>
                  <a:cubicBezTo>
                    <a:pt x="41202" y="1443434"/>
                    <a:pt x="-16112" y="1612588"/>
                    <a:pt x="46186" y="1698408"/>
                  </a:cubicBezTo>
                  <a:cubicBezTo>
                    <a:pt x="107238" y="1781741"/>
                    <a:pt x="286658" y="1781741"/>
                    <a:pt x="537096" y="1694677"/>
                  </a:cubicBezTo>
                  <a:cubicBezTo>
                    <a:pt x="665430" y="1650523"/>
                    <a:pt x="806536" y="1586157"/>
                    <a:pt x="952936" y="1505778"/>
                  </a:cubicBezTo>
                  <a:lnTo>
                    <a:pt x="1140844" y="1394324"/>
                  </a:lnTo>
                  <a:lnTo>
                    <a:pt x="1137008" y="1392050"/>
                  </a:lnTo>
                  <a:cubicBezTo>
                    <a:pt x="1061646" y="1344087"/>
                    <a:pt x="985954" y="1292626"/>
                    <a:pt x="910884" y="1238210"/>
                  </a:cubicBezTo>
                  <a:cubicBezTo>
                    <a:pt x="835504" y="1183795"/>
                    <a:pt x="762848" y="1127980"/>
                    <a:pt x="693658" y="1071466"/>
                  </a:cubicBezTo>
                  <a:close/>
                  <a:moveTo>
                    <a:pt x="1162220" y="400748"/>
                  </a:moveTo>
                  <a:lnTo>
                    <a:pt x="1148864" y="408668"/>
                  </a:lnTo>
                  <a:cubicBezTo>
                    <a:pt x="1073872" y="456340"/>
                    <a:pt x="998414" y="507490"/>
                    <a:pt x="923344" y="561595"/>
                  </a:cubicBezTo>
                  <a:cubicBezTo>
                    <a:pt x="848276" y="615699"/>
                    <a:pt x="776010" y="671203"/>
                    <a:pt x="707248" y="727406"/>
                  </a:cubicBezTo>
                  <a:lnTo>
                    <a:pt x="519312" y="891196"/>
                  </a:lnTo>
                  <a:lnTo>
                    <a:pt x="707248" y="1054986"/>
                  </a:lnTo>
                  <a:cubicBezTo>
                    <a:pt x="776010" y="1111189"/>
                    <a:pt x="848276" y="1166693"/>
                    <a:pt x="923344" y="1220797"/>
                  </a:cubicBezTo>
                  <a:cubicBezTo>
                    <a:pt x="998414" y="1274902"/>
                    <a:pt x="1073872" y="1326052"/>
                    <a:pt x="1148864" y="1373724"/>
                  </a:cubicBezTo>
                  <a:lnTo>
                    <a:pt x="1162220" y="1381644"/>
                  </a:lnTo>
                  <a:lnTo>
                    <a:pt x="1175574" y="1373724"/>
                  </a:lnTo>
                  <a:cubicBezTo>
                    <a:pt x="1250488" y="1326052"/>
                    <a:pt x="1325790" y="1274902"/>
                    <a:pt x="1400548" y="1220797"/>
                  </a:cubicBezTo>
                  <a:cubicBezTo>
                    <a:pt x="1475618" y="1166693"/>
                    <a:pt x="1547960" y="1111189"/>
                    <a:pt x="1616820" y="1054986"/>
                  </a:cubicBezTo>
                  <a:lnTo>
                    <a:pt x="1805036" y="891196"/>
                  </a:lnTo>
                  <a:lnTo>
                    <a:pt x="1616820" y="727406"/>
                  </a:lnTo>
                  <a:cubicBezTo>
                    <a:pt x="1547960" y="671203"/>
                    <a:pt x="1475618" y="615699"/>
                    <a:pt x="1400548" y="561595"/>
                  </a:cubicBezTo>
                  <a:cubicBezTo>
                    <a:pt x="1325790" y="507490"/>
                    <a:pt x="1250488" y="456340"/>
                    <a:pt x="1175574" y="408668"/>
                  </a:cubicBezTo>
                  <a:close/>
                  <a:moveTo>
                    <a:pt x="216884" y="21795"/>
                  </a:moveTo>
                  <a:cubicBezTo>
                    <a:pt x="134650" y="21795"/>
                    <a:pt x="76090" y="42939"/>
                    <a:pt x="46186" y="83984"/>
                  </a:cubicBezTo>
                  <a:cubicBezTo>
                    <a:pt x="-16112" y="169805"/>
                    <a:pt x="41202" y="338958"/>
                    <a:pt x="201932" y="549157"/>
                  </a:cubicBezTo>
                  <a:cubicBezTo>
                    <a:pt x="243360" y="603261"/>
                    <a:pt x="290396" y="658765"/>
                    <a:pt x="342336" y="714968"/>
                  </a:cubicBezTo>
                  <a:lnTo>
                    <a:pt x="503642" y="876435"/>
                  </a:lnTo>
                  <a:lnTo>
                    <a:pt x="693658" y="710945"/>
                  </a:lnTo>
                  <a:cubicBezTo>
                    <a:pt x="762848" y="654412"/>
                    <a:pt x="835504" y="598597"/>
                    <a:pt x="910884" y="544182"/>
                  </a:cubicBezTo>
                  <a:cubicBezTo>
                    <a:pt x="985954" y="489767"/>
                    <a:pt x="1061646" y="438383"/>
                    <a:pt x="1137008" y="390498"/>
                  </a:cubicBezTo>
                  <a:lnTo>
                    <a:pt x="1140976" y="388148"/>
                  </a:lnTo>
                  <a:lnTo>
                    <a:pt x="952936" y="276614"/>
                  </a:lnTo>
                  <a:cubicBezTo>
                    <a:pt x="806536" y="196235"/>
                    <a:pt x="665430" y="131869"/>
                    <a:pt x="537096" y="87715"/>
                  </a:cubicBezTo>
                  <a:cubicBezTo>
                    <a:pt x="410008" y="42939"/>
                    <a:pt x="301608" y="21795"/>
                    <a:pt x="216884" y="21795"/>
                  </a:cubicBezTo>
                  <a:close/>
                  <a:moveTo>
                    <a:pt x="2104050" y="21484"/>
                  </a:moveTo>
                  <a:cubicBezTo>
                    <a:pt x="2020414" y="22106"/>
                    <a:pt x="1913262" y="44183"/>
                    <a:pt x="1788042" y="87715"/>
                  </a:cubicBezTo>
                  <a:cubicBezTo>
                    <a:pt x="1659084" y="131869"/>
                    <a:pt x="1517980" y="196235"/>
                    <a:pt x="1371580" y="276614"/>
                  </a:cubicBezTo>
                  <a:lnTo>
                    <a:pt x="1183282" y="388261"/>
                  </a:lnTo>
                  <a:lnTo>
                    <a:pt x="1187060" y="390498"/>
                  </a:lnTo>
                  <a:cubicBezTo>
                    <a:pt x="1262558" y="438383"/>
                    <a:pt x="1338562" y="489767"/>
                    <a:pt x="1414254" y="544182"/>
                  </a:cubicBezTo>
                  <a:cubicBezTo>
                    <a:pt x="1489324" y="598597"/>
                    <a:pt x="1561822" y="654412"/>
                    <a:pt x="1630934" y="710945"/>
                  </a:cubicBezTo>
                  <a:lnTo>
                    <a:pt x="1820792" y="876362"/>
                  </a:lnTo>
                  <a:lnTo>
                    <a:pt x="1982082" y="714968"/>
                  </a:lnTo>
                  <a:cubicBezTo>
                    <a:pt x="2033964" y="658765"/>
                    <a:pt x="2080844" y="603261"/>
                    <a:pt x="2121960" y="549157"/>
                  </a:cubicBezTo>
                  <a:cubicBezTo>
                    <a:pt x="2282690" y="338958"/>
                    <a:pt x="2340004" y="169805"/>
                    <a:pt x="2278952" y="83984"/>
                  </a:cubicBezTo>
                  <a:cubicBezTo>
                    <a:pt x="2247802" y="41695"/>
                    <a:pt x="2187686" y="20862"/>
                    <a:pt x="2104050" y="21484"/>
                  </a:cubicBezTo>
                  <a:close/>
                  <a:moveTo>
                    <a:pt x="213146" y="29"/>
                  </a:moveTo>
                  <a:cubicBezTo>
                    <a:pt x="300364" y="-904"/>
                    <a:pt x="411878" y="21173"/>
                    <a:pt x="543326" y="66571"/>
                  </a:cubicBezTo>
                  <a:cubicBezTo>
                    <a:pt x="673530" y="111969"/>
                    <a:pt x="815568" y="176956"/>
                    <a:pt x="962904" y="257802"/>
                  </a:cubicBezTo>
                  <a:lnTo>
                    <a:pt x="1162032" y="375682"/>
                  </a:lnTo>
                  <a:lnTo>
                    <a:pt x="1361144" y="257802"/>
                  </a:lnTo>
                  <a:cubicBezTo>
                    <a:pt x="1508636" y="176956"/>
                    <a:pt x="1650986" y="111969"/>
                    <a:pt x="1780566" y="66571"/>
                  </a:cubicBezTo>
                  <a:cubicBezTo>
                    <a:pt x="2044710" y="-24225"/>
                    <a:pt x="2227868" y="-21737"/>
                    <a:pt x="2296396" y="71546"/>
                  </a:cubicBezTo>
                  <a:cubicBezTo>
                    <a:pt x="2364924" y="166073"/>
                    <a:pt x="2308854" y="341446"/>
                    <a:pt x="2139404" y="562839"/>
                  </a:cubicBezTo>
                  <a:cubicBezTo>
                    <a:pt x="2097976" y="617254"/>
                    <a:pt x="2050706" y="673069"/>
                    <a:pt x="1998416" y="729583"/>
                  </a:cubicBezTo>
                  <a:lnTo>
                    <a:pt x="1836540" y="891284"/>
                  </a:lnTo>
                  <a:lnTo>
                    <a:pt x="1998416" y="1053334"/>
                  </a:lnTo>
                  <a:cubicBezTo>
                    <a:pt x="2050706" y="1110023"/>
                    <a:pt x="2097976" y="1166071"/>
                    <a:pt x="2139404" y="1220797"/>
                  </a:cubicBezTo>
                  <a:cubicBezTo>
                    <a:pt x="2308854" y="1440946"/>
                    <a:pt x="2364924" y="1615075"/>
                    <a:pt x="2296396" y="1709602"/>
                  </a:cubicBezTo>
                  <a:cubicBezTo>
                    <a:pt x="2261508" y="1758110"/>
                    <a:pt x="2196718" y="1781741"/>
                    <a:pt x="2105762" y="1781741"/>
                  </a:cubicBezTo>
                  <a:cubicBezTo>
                    <a:pt x="2019792" y="1781741"/>
                    <a:pt x="1910146" y="1760597"/>
                    <a:pt x="1780566" y="1714577"/>
                  </a:cubicBezTo>
                  <a:cubicBezTo>
                    <a:pt x="1650986" y="1670423"/>
                    <a:pt x="1508636" y="1605747"/>
                    <a:pt x="1361144" y="1524901"/>
                  </a:cubicBezTo>
                  <a:lnTo>
                    <a:pt x="1162032" y="1406883"/>
                  </a:lnTo>
                  <a:lnTo>
                    <a:pt x="962904" y="1524901"/>
                  </a:lnTo>
                  <a:cubicBezTo>
                    <a:pt x="815568" y="1605747"/>
                    <a:pt x="673530" y="1670423"/>
                    <a:pt x="543326" y="1714577"/>
                  </a:cubicBezTo>
                  <a:cubicBezTo>
                    <a:pt x="413746" y="1760597"/>
                    <a:pt x="304100" y="1781741"/>
                    <a:pt x="216884" y="1781741"/>
                  </a:cubicBezTo>
                  <a:cubicBezTo>
                    <a:pt x="127174" y="1781741"/>
                    <a:pt x="63630" y="1758110"/>
                    <a:pt x="28742" y="1709602"/>
                  </a:cubicBezTo>
                  <a:cubicBezTo>
                    <a:pt x="-39784" y="1615075"/>
                    <a:pt x="15038" y="1440946"/>
                    <a:pt x="184488" y="1220797"/>
                  </a:cubicBezTo>
                  <a:cubicBezTo>
                    <a:pt x="226228" y="1166071"/>
                    <a:pt x="273652" y="1110023"/>
                    <a:pt x="326022" y="1053334"/>
                  </a:cubicBezTo>
                  <a:lnTo>
                    <a:pt x="487970" y="891284"/>
                  </a:lnTo>
                  <a:lnTo>
                    <a:pt x="326022" y="729583"/>
                  </a:lnTo>
                  <a:cubicBezTo>
                    <a:pt x="273652" y="673069"/>
                    <a:pt x="226228" y="617254"/>
                    <a:pt x="184488" y="562839"/>
                  </a:cubicBezTo>
                  <a:cubicBezTo>
                    <a:pt x="15038" y="341446"/>
                    <a:pt x="-39784" y="166073"/>
                    <a:pt x="28742" y="71546"/>
                  </a:cubicBezTo>
                  <a:cubicBezTo>
                    <a:pt x="63006" y="24904"/>
                    <a:pt x="125928" y="962"/>
                    <a:pt x="213146" y="29"/>
                  </a:cubicBez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79" name="Freeform 118">
              <a:extLst>
                <a:ext uri="{FF2B5EF4-FFF2-40B4-BE49-F238E27FC236}">
                  <a16:creationId xmlns:a16="http://schemas.microsoft.com/office/drawing/2014/main" id="{66B2E600-EF0E-4347-BA67-00A19A2B5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1541" y="4143057"/>
              <a:ext cx="1175512" cy="1181003"/>
            </a:xfrm>
            <a:custGeom>
              <a:avLst/>
              <a:gdLst>
                <a:gd name="T0" fmla="*/ 479 w 942"/>
                <a:gd name="T1" fmla="*/ 0 h 950"/>
                <a:gd name="T2" fmla="*/ 0 w 942"/>
                <a:gd name="T3" fmla="*/ 365 h 950"/>
                <a:gd name="T4" fmla="*/ 0 w 942"/>
                <a:gd name="T5" fmla="*/ 949 h 950"/>
                <a:gd name="T6" fmla="*/ 941 w 942"/>
                <a:gd name="T7" fmla="*/ 949 h 950"/>
                <a:gd name="T8" fmla="*/ 941 w 942"/>
                <a:gd name="T9" fmla="*/ 365 h 950"/>
                <a:gd name="T10" fmla="*/ 479 w 942"/>
                <a:gd name="T11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2" h="950">
                  <a:moveTo>
                    <a:pt x="479" y="0"/>
                  </a:moveTo>
                  <a:lnTo>
                    <a:pt x="0" y="365"/>
                  </a:lnTo>
                  <a:lnTo>
                    <a:pt x="0" y="949"/>
                  </a:lnTo>
                  <a:lnTo>
                    <a:pt x="941" y="949"/>
                  </a:lnTo>
                  <a:lnTo>
                    <a:pt x="941" y="365"/>
                  </a:lnTo>
                  <a:lnTo>
                    <a:pt x="479" y="0"/>
                  </a:lnTo>
                </a:path>
              </a:pathLst>
            </a:custGeom>
            <a:solidFill>
              <a:srgbClr val="F5391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0" name="Freeform 119">
              <a:extLst>
                <a:ext uri="{FF2B5EF4-FFF2-40B4-BE49-F238E27FC236}">
                  <a16:creationId xmlns:a16="http://schemas.microsoft.com/office/drawing/2014/main" id="{0DEED77A-37CD-EF4B-AD73-7D7F8B8CC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7457" y="3807980"/>
              <a:ext cx="1038184" cy="1170021"/>
            </a:xfrm>
            <a:custGeom>
              <a:avLst/>
              <a:gdLst>
                <a:gd name="T0" fmla="*/ 833 w 834"/>
                <a:gd name="T1" fmla="*/ 939 h 940"/>
                <a:gd name="T2" fmla="*/ 0 w 834"/>
                <a:gd name="T3" fmla="*/ 939 h 940"/>
                <a:gd name="T4" fmla="*/ 0 w 834"/>
                <a:gd name="T5" fmla="*/ 0 h 940"/>
                <a:gd name="T6" fmla="*/ 833 w 834"/>
                <a:gd name="T7" fmla="*/ 0 h 940"/>
                <a:gd name="T8" fmla="*/ 833 w 834"/>
                <a:gd name="T9" fmla="*/ 939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4" h="940">
                  <a:moveTo>
                    <a:pt x="833" y="939"/>
                  </a:moveTo>
                  <a:lnTo>
                    <a:pt x="0" y="939"/>
                  </a:lnTo>
                  <a:lnTo>
                    <a:pt x="0" y="0"/>
                  </a:lnTo>
                  <a:lnTo>
                    <a:pt x="833" y="0"/>
                  </a:lnTo>
                  <a:lnTo>
                    <a:pt x="833" y="93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1" name="Freeform 120">
              <a:extLst>
                <a:ext uri="{FF2B5EF4-FFF2-40B4-BE49-F238E27FC236}">
                  <a16:creationId xmlns:a16="http://schemas.microsoft.com/office/drawing/2014/main" id="{3A841DB6-07F3-F444-A7AB-185C100C2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1963" y="3802488"/>
              <a:ext cx="1049174" cy="1181003"/>
            </a:xfrm>
            <a:custGeom>
              <a:avLst/>
              <a:gdLst>
                <a:gd name="T0" fmla="*/ 8 w 842"/>
                <a:gd name="T1" fmla="*/ 939 h 949"/>
                <a:gd name="T2" fmla="*/ 833 w 842"/>
                <a:gd name="T3" fmla="*/ 939 h 949"/>
                <a:gd name="T4" fmla="*/ 833 w 842"/>
                <a:gd name="T5" fmla="*/ 9 h 949"/>
                <a:gd name="T6" fmla="*/ 8 w 842"/>
                <a:gd name="T7" fmla="*/ 9 h 949"/>
                <a:gd name="T8" fmla="*/ 8 w 842"/>
                <a:gd name="T9" fmla="*/ 939 h 949"/>
                <a:gd name="T10" fmla="*/ 841 w 842"/>
                <a:gd name="T11" fmla="*/ 948 h 949"/>
                <a:gd name="T12" fmla="*/ 0 w 842"/>
                <a:gd name="T13" fmla="*/ 948 h 949"/>
                <a:gd name="T14" fmla="*/ 0 w 842"/>
                <a:gd name="T15" fmla="*/ 0 h 949"/>
                <a:gd name="T16" fmla="*/ 841 w 842"/>
                <a:gd name="T17" fmla="*/ 0 h 949"/>
                <a:gd name="T18" fmla="*/ 841 w 842"/>
                <a:gd name="T19" fmla="*/ 948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2" h="949">
                  <a:moveTo>
                    <a:pt x="8" y="939"/>
                  </a:moveTo>
                  <a:lnTo>
                    <a:pt x="833" y="939"/>
                  </a:lnTo>
                  <a:lnTo>
                    <a:pt x="833" y="9"/>
                  </a:lnTo>
                  <a:lnTo>
                    <a:pt x="8" y="9"/>
                  </a:lnTo>
                  <a:lnTo>
                    <a:pt x="8" y="939"/>
                  </a:lnTo>
                  <a:close/>
                  <a:moveTo>
                    <a:pt x="841" y="948"/>
                  </a:moveTo>
                  <a:lnTo>
                    <a:pt x="0" y="948"/>
                  </a:lnTo>
                  <a:lnTo>
                    <a:pt x="0" y="0"/>
                  </a:lnTo>
                  <a:lnTo>
                    <a:pt x="841" y="0"/>
                  </a:lnTo>
                  <a:lnTo>
                    <a:pt x="841" y="948"/>
                  </a:lnTo>
                  <a:close/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2" name="Freeform 121">
              <a:extLst>
                <a:ext uri="{FF2B5EF4-FFF2-40B4-BE49-F238E27FC236}">
                  <a16:creationId xmlns:a16="http://schemas.microsoft.com/office/drawing/2014/main" id="{9FF1E84D-5F33-FD4A-B895-E3B05CBE0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1541" y="4593490"/>
              <a:ext cx="1175512" cy="730573"/>
            </a:xfrm>
            <a:custGeom>
              <a:avLst/>
              <a:gdLst>
                <a:gd name="T0" fmla="*/ 470 w 942"/>
                <a:gd name="T1" fmla="*/ 291 h 585"/>
                <a:gd name="T2" fmla="*/ 0 w 942"/>
                <a:gd name="T3" fmla="*/ 0 h 585"/>
                <a:gd name="T4" fmla="*/ 0 w 942"/>
                <a:gd name="T5" fmla="*/ 584 h 585"/>
                <a:gd name="T6" fmla="*/ 941 w 942"/>
                <a:gd name="T7" fmla="*/ 584 h 585"/>
                <a:gd name="T8" fmla="*/ 941 w 942"/>
                <a:gd name="T9" fmla="*/ 0 h 585"/>
                <a:gd name="T10" fmla="*/ 470 w 942"/>
                <a:gd name="T11" fmla="*/ 29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2" h="585">
                  <a:moveTo>
                    <a:pt x="470" y="291"/>
                  </a:moveTo>
                  <a:lnTo>
                    <a:pt x="0" y="0"/>
                  </a:lnTo>
                  <a:lnTo>
                    <a:pt x="0" y="584"/>
                  </a:lnTo>
                  <a:lnTo>
                    <a:pt x="941" y="584"/>
                  </a:lnTo>
                  <a:lnTo>
                    <a:pt x="941" y="0"/>
                  </a:lnTo>
                  <a:lnTo>
                    <a:pt x="470" y="291"/>
                  </a:ln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3" name="Freeform 122">
              <a:extLst>
                <a:ext uri="{FF2B5EF4-FFF2-40B4-BE49-F238E27FC236}">
                  <a16:creationId xmlns:a16="http://schemas.microsoft.com/office/drawing/2014/main" id="{53F9C5E3-6A12-B240-BD6E-91D5C99B6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1541" y="4956028"/>
              <a:ext cx="1175512" cy="368032"/>
            </a:xfrm>
            <a:custGeom>
              <a:avLst/>
              <a:gdLst>
                <a:gd name="T0" fmla="*/ 470 w 942"/>
                <a:gd name="T1" fmla="*/ 0 h 294"/>
                <a:gd name="T2" fmla="*/ 941 w 942"/>
                <a:gd name="T3" fmla="*/ 293 h 294"/>
                <a:gd name="T4" fmla="*/ 0 w 942"/>
                <a:gd name="T5" fmla="*/ 293 h 294"/>
                <a:gd name="T6" fmla="*/ 470 w 942"/>
                <a:gd name="T7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2" h="294">
                  <a:moveTo>
                    <a:pt x="470" y="0"/>
                  </a:moveTo>
                  <a:lnTo>
                    <a:pt x="941" y="293"/>
                  </a:lnTo>
                  <a:lnTo>
                    <a:pt x="0" y="293"/>
                  </a:lnTo>
                  <a:lnTo>
                    <a:pt x="470" y="0"/>
                  </a:lnTo>
                </a:path>
              </a:pathLst>
            </a:custGeom>
            <a:solidFill>
              <a:srgbClr val="F5391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4" name="Freeform 123">
              <a:extLst>
                <a:ext uri="{FF2B5EF4-FFF2-40B4-BE49-F238E27FC236}">
                  <a16:creationId xmlns:a16="http://schemas.microsoft.com/office/drawing/2014/main" id="{FE362B69-1753-B141-A756-0F3F7247A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8865" y="3906858"/>
              <a:ext cx="867901" cy="867901"/>
            </a:xfrm>
            <a:custGeom>
              <a:avLst/>
              <a:gdLst>
                <a:gd name="T0" fmla="*/ 347 w 696"/>
                <a:gd name="T1" fmla="*/ 9 h 696"/>
                <a:gd name="T2" fmla="*/ 347 w 696"/>
                <a:gd name="T3" fmla="*/ 9 h 696"/>
                <a:gd name="T4" fmla="*/ 9 w 696"/>
                <a:gd name="T5" fmla="*/ 348 h 696"/>
                <a:gd name="T6" fmla="*/ 9 w 696"/>
                <a:gd name="T7" fmla="*/ 348 h 696"/>
                <a:gd name="T8" fmla="*/ 347 w 696"/>
                <a:gd name="T9" fmla="*/ 686 h 696"/>
                <a:gd name="T10" fmla="*/ 347 w 696"/>
                <a:gd name="T11" fmla="*/ 686 h 696"/>
                <a:gd name="T12" fmla="*/ 686 w 696"/>
                <a:gd name="T13" fmla="*/ 348 h 696"/>
                <a:gd name="T14" fmla="*/ 686 w 696"/>
                <a:gd name="T15" fmla="*/ 348 h 696"/>
                <a:gd name="T16" fmla="*/ 347 w 696"/>
                <a:gd name="T17" fmla="*/ 9 h 696"/>
                <a:gd name="T18" fmla="*/ 347 w 696"/>
                <a:gd name="T19" fmla="*/ 695 h 696"/>
                <a:gd name="T20" fmla="*/ 347 w 696"/>
                <a:gd name="T21" fmla="*/ 695 h 696"/>
                <a:gd name="T22" fmla="*/ 0 w 696"/>
                <a:gd name="T23" fmla="*/ 348 h 696"/>
                <a:gd name="T24" fmla="*/ 0 w 696"/>
                <a:gd name="T25" fmla="*/ 348 h 696"/>
                <a:gd name="T26" fmla="*/ 347 w 696"/>
                <a:gd name="T27" fmla="*/ 0 h 696"/>
                <a:gd name="T28" fmla="*/ 347 w 696"/>
                <a:gd name="T29" fmla="*/ 0 h 696"/>
                <a:gd name="T30" fmla="*/ 695 w 696"/>
                <a:gd name="T31" fmla="*/ 348 h 696"/>
                <a:gd name="T32" fmla="*/ 695 w 696"/>
                <a:gd name="T33" fmla="*/ 348 h 696"/>
                <a:gd name="T34" fmla="*/ 347 w 696"/>
                <a:gd name="T35" fmla="*/ 695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96" h="696">
                  <a:moveTo>
                    <a:pt x="347" y="9"/>
                  </a:moveTo>
                  <a:lnTo>
                    <a:pt x="347" y="9"/>
                  </a:lnTo>
                  <a:cubicBezTo>
                    <a:pt x="161" y="9"/>
                    <a:pt x="9" y="161"/>
                    <a:pt x="9" y="348"/>
                  </a:cubicBezTo>
                  <a:lnTo>
                    <a:pt x="9" y="348"/>
                  </a:lnTo>
                  <a:cubicBezTo>
                    <a:pt x="9" y="535"/>
                    <a:pt x="161" y="686"/>
                    <a:pt x="347" y="686"/>
                  </a:cubicBezTo>
                  <a:lnTo>
                    <a:pt x="347" y="686"/>
                  </a:lnTo>
                  <a:cubicBezTo>
                    <a:pt x="534" y="686"/>
                    <a:pt x="686" y="535"/>
                    <a:pt x="686" y="348"/>
                  </a:cubicBezTo>
                  <a:lnTo>
                    <a:pt x="686" y="348"/>
                  </a:lnTo>
                  <a:cubicBezTo>
                    <a:pt x="686" y="161"/>
                    <a:pt x="534" y="9"/>
                    <a:pt x="347" y="9"/>
                  </a:cubicBezTo>
                  <a:close/>
                  <a:moveTo>
                    <a:pt x="347" y="695"/>
                  </a:moveTo>
                  <a:lnTo>
                    <a:pt x="347" y="695"/>
                  </a:lnTo>
                  <a:cubicBezTo>
                    <a:pt x="156" y="695"/>
                    <a:pt x="0" y="540"/>
                    <a:pt x="0" y="348"/>
                  </a:cubicBezTo>
                  <a:lnTo>
                    <a:pt x="0" y="348"/>
                  </a:lnTo>
                  <a:cubicBezTo>
                    <a:pt x="0" y="156"/>
                    <a:pt x="156" y="0"/>
                    <a:pt x="347" y="0"/>
                  </a:cubicBezTo>
                  <a:lnTo>
                    <a:pt x="347" y="0"/>
                  </a:lnTo>
                  <a:cubicBezTo>
                    <a:pt x="539" y="0"/>
                    <a:pt x="695" y="156"/>
                    <a:pt x="695" y="348"/>
                  </a:cubicBezTo>
                  <a:lnTo>
                    <a:pt x="695" y="348"/>
                  </a:lnTo>
                  <a:cubicBezTo>
                    <a:pt x="695" y="540"/>
                    <a:pt x="539" y="695"/>
                    <a:pt x="347" y="695"/>
                  </a:cubicBezTo>
                  <a:close/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5" name="Freeform 124">
              <a:extLst>
                <a:ext uri="{FF2B5EF4-FFF2-40B4-BE49-F238E27FC236}">
                  <a16:creationId xmlns:a16="http://schemas.microsoft.com/office/drawing/2014/main" id="{429AA947-A417-A242-9E09-A0A3D0A2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3514" y="4027701"/>
              <a:ext cx="313105" cy="351555"/>
            </a:xfrm>
            <a:custGeom>
              <a:avLst/>
              <a:gdLst>
                <a:gd name="T0" fmla="*/ 47 w 252"/>
                <a:gd name="T1" fmla="*/ 234 h 283"/>
                <a:gd name="T2" fmla="*/ 204 w 252"/>
                <a:gd name="T3" fmla="*/ 234 h 283"/>
                <a:gd name="T4" fmla="*/ 204 w 252"/>
                <a:gd name="T5" fmla="*/ 63 h 283"/>
                <a:gd name="T6" fmla="*/ 204 w 252"/>
                <a:gd name="T7" fmla="*/ 63 h 283"/>
                <a:gd name="T8" fmla="*/ 188 w 252"/>
                <a:gd name="T9" fmla="*/ 47 h 283"/>
                <a:gd name="T10" fmla="*/ 63 w 252"/>
                <a:gd name="T11" fmla="*/ 47 h 283"/>
                <a:gd name="T12" fmla="*/ 63 w 252"/>
                <a:gd name="T13" fmla="*/ 47 h 283"/>
                <a:gd name="T14" fmla="*/ 47 w 252"/>
                <a:gd name="T15" fmla="*/ 63 h 283"/>
                <a:gd name="T16" fmla="*/ 47 w 252"/>
                <a:gd name="T17" fmla="*/ 234 h 283"/>
                <a:gd name="T18" fmla="*/ 251 w 252"/>
                <a:gd name="T19" fmla="*/ 282 h 283"/>
                <a:gd name="T20" fmla="*/ 0 w 252"/>
                <a:gd name="T21" fmla="*/ 282 h 283"/>
                <a:gd name="T22" fmla="*/ 0 w 252"/>
                <a:gd name="T23" fmla="*/ 63 h 283"/>
                <a:gd name="T24" fmla="*/ 0 w 252"/>
                <a:gd name="T25" fmla="*/ 63 h 283"/>
                <a:gd name="T26" fmla="*/ 63 w 252"/>
                <a:gd name="T27" fmla="*/ 0 h 283"/>
                <a:gd name="T28" fmla="*/ 188 w 252"/>
                <a:gd name="T29" fmla="*/ 0 h 283"/>
                <a:gd name="T30" fmla="*/ 188 w 252"/>
                <a:gd name="T31" fmla="*/ 0 h 283"/>
                <a:gd name="T32" fmla="*/ 251 w 252"/>
                <a:gd name="T33" fmla="*/ 63 h 283"/>
                <a:gd name="T34" fmla="*/ 251 w 252"/>
                <a:gd name="T35" fmla="*/ 28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2" h="283">
                  <a:moveTo>
                    <a:pt x="47" y="234"/>
                  </a:moveTo>
                  <a:lnTo>
                    <a:pt x="204" y="234"/>
                  </a:lnTo>
                  <a:lnTo>
                    <a:pt x="204" y="63"/>
                  </a:lnTo>
                  <a:lnTo>
                    <a:pt x="204" y="63"/>
                  </a:lnTo>
                  <a:cubicBezTo>
                    <a:pt x="204" y="54"/>
                    <a:pt x="197" y="47"/>
                    <a:pt x="188" y="47"/>
                  </a:cubicBezTo>
                  <a:lnTo>
                    <a:pt x="63" y="47"/>
                  </a:lnTo>
                  <a:lnTo>
                    <a:pt x="63" y="47"/>
                  </a:lnTo>
                  <a:cubicBezTo>
                    <a:pt x="54" y="47"/>
                    <a:pt x="47" y="54"/>
                    <a:pt x="47" y="63"/>
                  </a:cubicBezTo>
                  <a:lnTo>
                    <a:pt x="47" y="234"/>
                  </a:lnTo>
                  <a:close/>
                  <a:moveTo>
                    <a:pt x="251" y="282"/>
                  </a:moveTo>
                  <a:lnTo>
                    <a:pt x="0" y="282"/>
                  </a:lnTo>
                  <a:lnTo>
                    <a:pt x="0" y="63"/>
                  </a:lnTo>
                  <a:lnTo>
                    <a:pt x="0" y="63"/>
                  </a:lnTo>
                  <a:cubicBezTo>
                    <a:pt x="0" y="28"/>
                    <a:pt x="28" y="0"/>
                    <a:pt x="63" y="0"/>
                  </a:cubicBezTo>
                  <a:lnTo>
                    <a:pt x="188" y="0"/>
                  </a:lnTo>
                  <a:lnTo>
                    <a:pt x="188" y="0"/>
                  </a:lnTo>
                  <a:cubicBezTo>
                    <a:pt x="223" y="0"/>
                    <a:pt x="251" y="28"/>
                    <a:pt x="251" y="63"/>
                  </a:cubicBezTo>
                  <a:lnTo>
                    <a:pt x="251" y="282"/>
                  </a:lnTo>
                  <a:close/>
                </a:path>
              </a:pathLst>
            </a:custGeom>
            <a:solidFill>
              <a:srgbClr val="05CEF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6" name="Freeform 125">
              <a:extLst>
                <a:ext uri="{FF2B5EF4-FFF2-40B4-BE49-F238E27FC236}">
                  <a16:creationId xmlns:a16="http://schemas.microsoft.com/office/drawing/2014/main" id="{C08C7357-634E-D44E-8C08-EDAC1C5B7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3092" y="4258413"/>
              <a:ext cx="439444" cy="346064"/>
            </a:xfrm>
            <a:custGeom>
              <a:avLst/>
              <a:gdLst>
                <a:gd name="T0" fmla="*/ 335 w 352"/>
                <a:gd name="T1" fmla="*/ 278 h 279"/>
                <a:gd name="T2" fmla="*/ 16 w 352"/>
                <a:gd name="T3" fmla="*/ 278 h 279"/>
                <a:gd name="T4" fmla="*/ 16 w 352"/>
                <a:gd name="T5" fmla="*/ 278 h 279"/>
                <a:gd name="T6" fmla="*/ 0 w 352"/>
                <a:gd name="T7" fmla="*/ 263 h 279"/>
                <a:gd name="T8" fmla="*/ 0 w 352"/>
                <a:gd name="T9" fmla="*/ 16 h 279"/>
                <a:gd name="T10" fmla="*/ 0 w 352"/>
                <a:gd name="T11" fmla="*/ 16 h 279"/>
                <a:gd name="T12" fmla="*/ 16 w 352"/>
                <a:gd name="T13" fmla="*/ 0 h 279"/>
                <a:gd name="T14" fmla="*/ 335 w 352"/>
                <a:gd name="T15" fmla="*/ 0 h 279"/>
                <a:gd name="T16" fmla="*/ 335 w 352"/>
                <a:gd name="T17" fmla="*/ 0 h 279"/>
                <a:gd name="T18" fmla="*/ 351 w 352"/>
                <a:gd name="T19" fmla="*/ 16 h 279"/>
                <a:gd name="T20" fmla="*/ 351 w 352"/>
                <a:gd name="T21" fmla="*/ 263 h 279"/>
                <a:gd name="T22" fmla="*/ 351 w 352"/>
                <a:gd name="T23" fmla="*/ 263 h 279"/>
                <a:gd name="T24" fmla="*/ 335 w 352"/>
                <a:gd name="T25" fmla="*/ 27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2" h="279">
                  <a:moveTo>
                    <a:pt x="335" y="278"/>
                  </a:moveTo>
                  <a:lnTo>
                    <a:pt x="16" y="278"/>
                  </a:lnTo>
                  <a:lnTo>
                    <a:pt x="16" y="278"/>
                  </a:lnTo>
                  <a:cubicBezTo>
                    <a:pt x="7" y="278"/>
                    <a:pt x="0" y="272"/>
                    <a:pt x="0" y="263"/>
                  </a:cubicBezTo>
                  <a:lnTo>
                    <a:pt x="0" y="16"/>
                  </a:lnTo>
                  <a:lnTo>
                    <a:pt x="0" y="16"/>
                  </a:lnTo>
                  <a:cubicBezTo>
                    <a:pt x="0" y="7"/>
                    <a:pt x="7" y="0"/>
                    <a:pt x="16" y="0"/>
                  </a:cubicBezTo>
                  <a:lnTo>
                    <a:pt x="335" y="0"/>
                  </a:lnTo>
                  <a:lnTo>
                    <a:pt x="335" y="0"/>
                  </a:lnTo>
                  <a:cubicBezTo>
                    <a:pt x="344" y="0"/>
                    <a:pt x="351" y="7"/>
                    <a:pt x="351" y="16"/>
                  </a:cubicBezTo>
                  <a:lnTo>
                    <a:pt x="351" y="263"/>
                  </a:lnTo>
                  <a:lnTo>
                    <a:pt x="351" y="263"/>
                  </a:lnTo>
                  <a:cubicBezTo>
                    <a:pt x="351" y="272"/>
                    <a:pt x="344" y="278"/>
                    <a:pt x="335" y="278"/>
                  </a:cubicBezTo>
                </a:path>
              </a:pathLst>
            </a:custGeom>
            <a:solidFill>
              <a:srgbClr val="FF5D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  <p:sp>
          <p:nvSpPr>
            <p:cNvPr id="87" name="Freeform 126">
              <a:extLst>
                <a:ext uri="{FF2B5EF4-FFF2-40B4-BE49-F238E27FC236}">
                  <a16:creationId xmlns:a16="http://schemas.microsoft.com/office/drawing/2014/main" id="{D417EE8B-36A1-C24E-8670-79AAF8392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13375" y="4346302"/>
              <a:ext cx="115356" cy="186764"/>
            </a:xfrm>
            <a:custGeom>
              <a:avLst/>
              <a:gdLst>
                <a:gd name="T0" fmla="*/ 93 w 94"/>
                <a:gd name="T1" fmla="*/ 47 h 149"/>
                <a:gd name="T2" fmla="*/ 93 w 94"/>
                <a:gd name="T3" fmla="*/ 47 h 149"/>
                <a:gd name="T4" fmla="*/ 46 w 94"/>
                <a:gd name="T5" fmla="*/ 0 h 149"/>
                <a:gd name="T6" fmla="*/ 46 w 94"/>
                <a:gd name="T7" fmla="*/ 0 h 149"/>
                <a:gd name="T8" fmla="*/ 0 w 94"/>
                <a:gd name="T9" fmla="*/ 47 h 149"/>
                <a:gd name="T10" fmla="*/ 0 w 94"/>
                <a:gd name="T11" fmla="*/ 47 h 149"/>
                <a:gd name="T12" fmla="*/ 25 w 94"/>
                <a:gd name="T13" fmla="*/ 88 h 149"/>
                <a:gd name="T14" fmla="*/ 11 w 94"/>
                <a:gd name="T15" fmla="*/ 148 h 149"/>
                <a:gd name="T16" fmla="*/ 82 w 94"/>
                <a:gd name="T17" fmla="*/ 148 h 149"/>
                <a:gd name="T18" fmla="*/ 67 w 94"/>
                <a:gd name="T19" fmla="*/ 88 h 149"/>
                <a:gd name="T20" fmla="*/ 67 w 94"/>
                <a:gd name="T21" fmla="*/ 88 h 149"/>
                <a:gd name="T22" fmla="*/ 93 w 94"/>
                <a:gd name="T23" fmla="*/ 47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49">
                  <a:moveTo>
                    <a:pt x="93" y="47"/>
                  </a:moveTo>
                  <a:lnTo>
                    <a:pt x="93" y="47"/>
                  </a:lnTo>
                  <a:cubicBezTo>
                    <a:pt x="93" y="21"/>
                    <a:pt x="72" y="0"/>
                    <a:pt x="46" y="0"/>
                  </a:cubicBezTo>
                  <a:lnTo>
                    <a:pt x="46" y="0"/>
                  </a:lnTo>
                  <a:cubicBezTo>
                    <a:pt x="21" y="0"/>
                    <a:pt x="0" y="21"/>
                    <a:pt x="0" y="47"/>
                  </a:cubicBezTo>
                  <a:lnTo>
                    <a:pt x="0" y="47"/>
                  </a:lnTo>
                  <a:cubicBezTo>
                    <a:pt x="0" y="65"/>
                    <a:pt x="11" y="81"/>
                    <a:pt x="25" y="88"/>
                  </a:cubicBezTo>
                  <a:lnTo>
                    <a:pt x="11" y="148"/>
                  </a:lnTo>
                  <a:lnTo>
                    <a:pt x="82" y="148"/>
                  </a:lnTo>
                  <a:lnTo>
                    <a:pt x="67" y="88"/>
                  </a:lnTo>
                  <a:lnTo>
                    <a:pt x="67" y="88"/>
                  </a:lnTo>
                  <a:cubicBezTo>
                    <a:pt x="82" y="81"/>
                    <a:pt x="93" y="65"/>
                    <a:pt x="93" y="47"/>
                  </a:cubicBezTo>
                </a:path>
              </a:pathLst>
            </a:custGeom>
            <a:solidFill>
              <a:srgbClr val="01395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599" dirty="0">
                <a:latin typeface="Poppins" pitchFamily="2" charset="77"/>
              </a:endParaRPr>
            </a:p>
          </p:txBody>
        </p:sp>
      </p:grpSp>
      <p:sp>
        <p:nvSpPr>
          <p:cNvPr id="88" name="Freeform 127">
            <a:extLst>
              <a:ext uri="{FF2B5EF4-FFF2-40B4-BE49-F238E27FC236}">
                <a16:creationId xmlns:a16="http://schemas.microsoft.com/office/drawing/2014/main" id="{4DC1CFDE-6569-264B-BBE5-493D5493A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246" y="3859460"/>
            <a:ext cx="1554534" cy="1554534"/>
          </a:xfrm>
          <a:custGeom>
            <a:avLst/>
            <a:gdLst>
              <a:gd name="T0" fmla="*/ 1245 w 1246"/>
              <a:gd name="T1" fmla="*/ 622 h 1246"/>
              <a:gd name="T2" fmla="*/ 1245 w 1246"/>
              <a:gd name="T3" fmla="*/ 622 h 1246"/>
              <a:gd name="T4" fmla="*/ 622 w 1246"/>
              <a:gd name="T5" fmla="*/ 1245 h 1246"/>
              <a:gd name="T6" fmla="*/ 622 w 1246"/>
              <a:gd name="T7" fmla="*/ 1245 h 1246"/>
              <a:gd name="T8" fmla="*/ 0 w 1246"/>
              <a:gd name="T9" fmla="*/ 622 h 1246"/>
              <a:gd name="T10" fmla="*/ 0 w 1246"/>
              <a:gd name="T11" fmla="*/ 622 h 1246"/>
              <a:gd name="T12" fmla="*/ 622 w 1246"/>
              <a:gd name="T13" fmla="*/ 0 h 1246"/>
              <a:gd name="T14" fmla="*/ 622 w 1246"/>
              <a:gd name="T15" fmla="*/ 0 h 1246"/>
              <a:gd name="T16" fmla="*/ 1245 w 1246"/>
              <a:gd name="T17" fmla="*/ 622 h 1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46" h="1246">
                <a:moveTo>
                  <a:pt x="1245" y="622"/>
                </a:moveTo>
                <a:lnTo>
                  <a:pt x="1245" y="622"/>
                </a:lnTo>
                <a:cubicBezTo>
                  <a:pt x="1245" y="966"/>
                  <a:pt x="966" y="1245"/>
                  <a:pt x="622" y="1245"/>
                </a:cubicBezTo>
                <a:lnTo>
                  <a:pt x="622" y="1245"/>
                </a:lnTo>
                <a:cubicBezTo>
                  <a:pt x="279" y="1245"/>
                  <a:pt x="0" y="966"/>
                  <a:pt x="0" y="622"/>
                </a:cubicBezTo>
                <a:lnTo>
                  <a:pt x="0" y="622"/>
                </a:lnTo>
                <a:cubicBezTo>
                  <a:pt x="0" y="279"/>
                  <a:pt x="279" y="0"/>
                  <a:pt x="622" y="0"/>
                </a:cubicBezTo>
                <a:lnTo>
                  <a:pt x="622" y="0"/>
                </a:lnTo>
                <a:cubicBezTo>
                  <a:pt x="966" y="0"/>
                  <a:pt x="1245" y="279"/>
                  <a:pt x="1245" y="622"/>
                </a:cubicBezTo>
              </a:path>
            </a:pathLst>
          </a:custGeom>
          <a:solidFill>
            <a:srgbClr val="97EC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89" name="Freeform 128">
            <a:extLst>
              <a:ext uri="{FF2B5EF4-FFF2-40B4-BE49-F238E27FC236}">
                <a16:creationId xmlns:a16="http://schemas.microsoft.com/office/drawing/2014/main" id="{3BE189EF-5C2F-CD41-AC2C-AB3100C4F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520" y="3667206"/>
            <a:ext cx="6811378" cy="1939044"/>
          </a:xfrm>
          <a:prstGeom prst="roundRect">
            <a:avLst>
              <a:gd name="adj" fmla="val 50000"/>
            </a:avLst>
          </a:prstGeom>
          <a:noFill/>
          <a:ln w="38100" cap="flat">
            <a:solidFill>
              <a:srgbClr val="97ECF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90" name="Freeform 188">
            <a:extLst>
              <a:ext uri="{FF2B5EF4-FFF2-40B4-BE49-F238E27FC236}">
                <a16:creationId xmlns:a16="http://schemas.microsoft.com/office/drawing/2014/main" id="{C2040DC1-79F4-3E46-A8B9-7F173372C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855" y="6183017"/>
            <a:ext cx="1554534" cy="1554530"/>
          </a:xfrm>
          <a:custGeom>
            <a:avLst/>
            <a:gdLst>
              <a:gd name="T0" fmla="*/ 1245 w 1246"/>
              <a:gd name="T1" fmla="*/ 622 h 1246"/>
              <a:gd name="T2" fmla="*/ 1245 w 1246"/>
              <a:gd name="T3" fmla="*/ 622 h 1246"/>
              <a:gd name="T4" fmla="*/ 623 w 1246"/>
              <a:gd name="T5" fmla="*/ 1245 h 1246"/>
              <a:gd name="T6" fmla="*/ 623 w 1246"/>
              <a:gd name="T7" fmla="*/ 1245 h 1246"/>
              <a:gd name="T8" fmla="*/ 0 w 1246"/>
              <a:gd name="T9" fmla="*/ 622 h 1246"/>
              <a:gd name="T10" fmla="*/ 0 w 1246"/>
              <a:gd name="T11" fmla="*/ 622 h 1246"/>
              <a:gd name="T12" fmla="*/ 623 w 1246"/>
              <a:gd name="T13" fmla="*/ 0 h 1246"/>
              <a:gd name="T14" fmla="*/ 623 w 1246"/>
              <a:gd name="T15" fmla="*/ 0 h 1246"/>
              <a:gd name="T16" fmla="*/ 1245 w 1246"/>
              <a:gd name="T17" fmla="*/ 622 h 1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46" h="1246">
                <a:moveTo>
                  <a:pt x="1245" y="622"/>
                </a:moveTo>
                <a:lnTo>
                  <a:pt x="1245" y="622"/>
                </a:lnTo>
                <a:cubicBezTo>
                  <a:pt x="1245" y="965"/>
                  <a:pt x="966" y="1245"/>
                  <a:pt x="623" y="1245"/>
                </a:cubicBezTo>
                <a:lnTo>
                  <a:pt x="623" y="1245"/>
                </a:lnTo>
                <a:cubicBezTo>
                  <a:pt x="279" y="1245"/>
                  <a:pt x="0" y="965"/>
                  <a:pt x="0" y="622"/>
                </a:cubicBezTo>
                <a:lnTo>
                  <a:pt x="0" y="622"/>
                </a:lnTo>
                <a:cubicBezTo>
                  <a:pt x="0" y="279"/>
                  <a:pt x="279" y="0"/>
                  <a:pt x="623" y="0"/>
                </a:cubicBezTo>
                <a:lnTo>
                  <a:pt x="623" y="0"/>
                </a:lnTo>
                <a:cubicBezTo>
                  <a:pt x="966" y="0"/>
                  <a:pt x="1245" y="279"/>
                  <a:pt x="1245" y="622"/>
                </a:cubicBezTo>
              </a:path>
            </a:pathLst>
          </a:custGeom>
          <a:solidFill>
            <a:srgbClr val="0092C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97ECF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91" name="Freeform 189">
            <a:extLst>
              <a:ext uri="{FF2B5EF4-FFF2-40B4-BE49-F238E27FC236}">
                <a16:creationId xmlns:a16="http://schemas.microsoft.com/office/drawing/2014/main" id="{F5A9460B-7154-CA49-AF3D-E586B5B4C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624" y="5990759"/>
            <a:ext cx="6811378" cy="1939047"/>
          </a:xfrm>
          <a:prstGeom prst="roundRect">
            <a:avLst>
              <a:gd name="adj" fmla="val 50000"/>
            </a:avLst>
          </a:prstGeom>
          <a:noFill/>
          <a:ln w="38100" cap="flat">
            <a:solidFill>
              <a:srgbClr val="0092C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92" name="Freeform 249">
            <a:extLst>
              <a:ext uri="{FF2B5EF4-FFF2-40B4-BE49-F238E27FC236}">
                <a16:creationId xmlns:a16="http://schemas.microsoft.com/office/drawing/2014/main" id="{C04F8420-5496-5F4A-82C7-E6863FD04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64" y="8506577"/>
            <a:ext cx="1554534" cy="1554534"/>
          </a:xfrm>
          <a:custGeom>
            <a:avLst/>
            <a:gdLst>
              <a:gd name="T0" fmla="*/ 1245 w 1246"/>
              <a:gd name="T1" fmla="*/ 623 h 1246"/>
              <a:gd name="T2" fmla="*/ 1245 w 1246"/>
              <a:gd name="T3" fmla="*/ 623 h 1246"/>
              <a:gd name="T4" fmla="*/ 622 w 1246"/>
              <a:gd name="T5" fmla="*/ 1245 h 1246"/>
              <a:gd name="T6" fmla="*/ 622 w 1246"/>
              <a:gd name="T7" fmla="*/ 1245 h 1246"/>
              <a:gd name="T8" fmla="*/ 0 w 1246"/>
              <a:gd name="T9" fmla="*/ 623 h 1246"/>
              <a:gd name="T10" fmla="*/ 0 w 1246"/>
              <a:gd name="T11" fmla="*/ 623 h 1246"/>
              <a:gd name="T12" fmla="*/ 622 w 1246"/>
              <a:gd name="T13" fmla="*/ 0 h 1246"/>
              <a:gd name="T14" fmla="*/ 622 w 1246"/>
              <a:gd name="T15" fmla="*/ 0 h 1246"/>
              <a:gd name="T16" fmla="*/ 1245 w 1246"/>
              <a:gd name="T17" fmla="*/ 623 h 1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46" h="1246">
                <a:moveTo>
                  <a:pt x="1245" y="623"/>
                </a:moveTo>
                <a:lnTo>
                  <a:pt x="1245" y="623"/>
                </a:lnTo>
                <a:cubicBezTo>
                  <a:pt x="1245" y="967"/>
                  <a:pt x="966" y="1245"/>
                  <a:pt x="622" y="1245"/>
                </a:cubicBezTo>
                <a:lnTo>
                  <a:pt x="622" y="1245"/>
                </a:lnTo>
                <a:cubicBezTo>
                  <a:pt x="278" y="1245"/>
                  <a:pt x="0" y="967"/>
                  <a:pt x="0" y="623"/>
                </a:cubicBezTo>
                <a:lnTo>
                  <a:pt x="0" y="623"/>
                </a:lnTo>
                <a:cubicBezTo>
                  <a:pt x="0" y="279"/>
                  <a:pt x="278" y="0"/>
                  <a:pt x="622" y="0"/>
                </a:cubicBezTo>
                <a:lnTo>
                  <a:pt x="622" y="0"/>
                </a:lnTo>
                <a:cubicBezTo>
                  <a:pt x="966" y="0"/>
                  <a:pt x="1245" y="279"/>
                  <a:pt x="1245" y="623"/>
                </a:cubicBezTo>
              </a:path>
            </a:pathLst>
          </a:custGeom>
          <a:solidFill>
            <a:srgbClr val="FFD4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0092CA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93" name="Freeform 250">
            <a:extLst>
              <a:ext uri="{FF2B5EF4-FFF2-40B4-BE49-F238E27FC236}">
                <a16:creationId xmlns:a16="http://schemas.microsoft.com/office/drawing/2014/main" id="{A96A326B-71AF-244F-8AAF-3D5956762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234" y="8314323"/>
            <a:ext cx="6811378" cy="1939044"/>
          </a:xfrm>
          <a:prstGeom prst="roundRect">
            <a:avLst>
              <a:gd name="adj" fmla="val 50000"/>
            </a:avLst>
          </a:prstGeom>
          <a:noFill/>
          <a:ln w="38100" cap="flat">
            <a:solidFill>
              <a:srgbClr val="FFD4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94" name="Freeform 310">
            <a:extLst>
              <a:ext uri="{FF2B5EF4-FFF2-40B4-BE49-F238E27FC236}">
                <a16:creationId xmlns:a16="http://schemas.microsoft.com/office/drawing/2014/main" id="{F9968855-291C-414F-B0C7-142253A18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9565" y="10835629"/>
            <a:ext cx="1554530" cy="1554534"/>
          </a:xfrm>
          <a:custGeom>
            <a:avLst/>
            <a:gdLst>
              <a:gd name="T0" fmla="*/ 1245 w 1246"/>
              <a:gd name="T1" fmla="*/ 622 h 1246"/>
              <a:gd name="T2" fmla="*/ 1245 w 1246"/>
              <a:gd name="T3" fmla="*/ 622 h 1246"/>
              <a:gd name="T4" fmla="*/ 623 w 1246"/>
              <a:gd name="T5" fmla="*/ 1245 h 1246"/>
              <a:gd name="T6" fmla="*/ 623 w 1246"/>
              <a:gd name="T7" fmla="*/ 1245 h 1246"/>
              <a:gd name="T8" fmla="*/ 0 w 1246"/>
              <a:gd name="T9" fmla="*/ 622 h 1246"/>
              <a:gd name="T10" fmla="*/ 0 w 1246"/>
              <a:gd name="T11" fmla="*/ 622 h 1246"/>
              <a:gd name="T12" fmla="*/ 623 w 1246"/>
              <a:gd name="T13" fmla="*/ 0 h 1246"/>
              <a:gd name="T14" fmla="*/ 623 w 1246"/>
              <a:gd name="T15" fmla="*/ 0 h 1246"/>
              <a:gd name="T16" fmla="*/ 1245 w 1246"/>
              <a:gd name="T17" fmla="*/ 622 h 1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46" h="1246">
                <a:moveTo>
                  <a:pt x="1245" y="622"/>
                </a:moveTo>
                <a:lnTo>
                  <a:pt x="1245" y="622"/>
                </a:lnTo>
                <a:cubicBezTo>
                  <a:pt x="1245" y="966"/>
                  <a:pt x="966" y="1245"/>
                  <a:pt x="623" y="1245"/>
                </a:cubicBezTo>
                <a:lnTo>
                  <a:pt x="623" y="1245"/>
                </a:lnTo>
                <a:cubicBezTo>
                  <a:pt x="279" y="1245"/>
                  <a:pt x="0" y="966"/>
                  <a:pt x="0" y="622"/>
                </a:cubicBezTo>
                <a:lnTo>
                  <a:pt x="0" y="622"/>
                </a:lnTo>
                <a:cubicBezTo>
                  <a:pt x="0" y="278"/>
                  <a:pt x="279" y="0"/>
                  <a:pt x="623" y="0"/>
                </a:cubicBezTo>
                <a:lnTo>
                  <a:pt x="623" y="0"/>
                </a:lnTo>
                <a:cubicBezTo>
                  <a:pt x="966" y="0"/>
                  <a:pt x="1245" y="278"/>
                  <a:pt x="1245" y="622"/>
                </a:cubicBezTo>
              </a:path>
            </a:pathLst>
          </a:custGeom>
          <a:solidFill>
            <a:srgbClr val="FF5D2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FFD4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95" name="Freeform 311">
            <a:extLst>
              <a:ext uri="{FF2B5EF4-FFF2-40B4-BE49-F238E27FC236}">
                <a16:creationId xmlns:a16="http://schemas.microsoft.com/office/drawing/2014/main" id="{C1849315-87A3-464B-946F-19FBC4CFE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843" y="10637876"/>
            <a:ext cx="6811378" cy="1939047"/>
          </a:xfrm>
          <a:prstGeom prst="roundRect">
            <a:avLst>
              <a:gd name="adj" fmla="val 50000"/>
            </a:avLst>
          </a:prstGeom>
          <a:noFill/>
          <a:ln w="38100" cap="flat">
            <a:solidFill>
              <a:srgbClr val="FF5D2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3599" dirty="0">
              <a:latin typeface="Poppins" pitchFamily="2" charset="7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7411402-FD5C-884B-9BAC-A052396B7275}"/>
              </a:ext>
            </a:extLst>
          </p:cNvPr>
          <p:cNvSpPr txBox="1"/>
          <p:nvPr/>
        </p:nvSpPr>
        <p:spPr>
          <a:xfrm>
            <a:off x="7146099" y="757353"/>
            <a:ext cx="10063973" cy="123110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7400" b="1" spc="-290" dirty="0">
                <a:solidFill>
                  <a:srgbClr val="111340"/>
                </a:solidFill>
                <a:latin typeface="Poppins" pitchFamily="2" charset="77"/>
                <a:cs typeface="Poppins" pitchFamily="2" charset="77"/>
              </a:rPr>
              <a:t>CYBER SECURITY SLIDE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E96FF92-37FC-C245-A4E0-5F6A4C30D578}"/>
              </a:ext>
            </a:extLst>
          </p:cNvPr>
          <p:cNvSpPr txBox="1"/>
          <p:nvPr/>
        </p:nvSpPr>
        <p:spPr>
          <a:xfrm>
            <a:off x="6956945" y="1895487"/>
            <a:ext cx="104637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spc="-120" dirty="0">
                <a:solidFill>
                  <a:srgbClr val="747A94"/>
                </a:solidFill>
                <a:latin typeface="Poppins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004B3-7355-5045-BF70-3DB283BAAD7C}"/>
              </a:ext>
            </a:extLst>
          </p:cNvPr>
          <p:cNvSpPr txBox="1"/>
          <p:nvPr/>
        </p:nvSpPr>
        <p:spPr>
          <a:xfrm>
            <a:off x="1830327" y="4163067"/>
            <a:ext cx="138875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2381FA4-DFE1-D748-97EF-A97781518374}"/>
              </a:ext>
            </a:extLst>
          </p:cNvPr>
          <p:cNvSpPr txBox="1"/>
          <p:nvPr/>
        </p:nvSpPr>
        <p:spPr>
          <a:xfrm>
            <a:off x="3533435" y="3869721"/>
            <a:ext cx="4206308" cy="14542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20" dirty="0">
                <a:solidFill>
                  <a:srgbClr val="747A94"/>
                </a:solidFill>
                <a:latin typeface="Poppins" pitchFamily="2" charset="77"/>
                <a:cs typeface="Poppins" pitchFamily="2" charset="77"/>
              </a:rPr>
              <a:t>Make a big impact with professional slides and charts.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57B0B36-AB1C-8148-BD25-C019DF2BEE6C}"/>
              </a:ext>
            </a:extLst>
          </p:cNvPr>
          <p:cNvSpPr txBox="1"/>
          <p:nvPr/>
        </p:nvSpPr>
        <p:spPr>
          <a:xfrm>
            <a:off x="2931961" y="6475194"/>
            <a:ext cx="138875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62D0441-E06B-F747-9C58-2CDEA59AA0ED}"/>
              </a:ext>
            </a:extLst>
          </p:cNvPr>
          <p:cNvSpPr txBox="1"/>
          <p:nvPr/>
        </p:nvSpPr>
        <p:spPr>
          <a:xfrm>
            <a:off x="4635069" y="6181848"/>
            <a:ext cx="4206308" cy="14542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20" dirty="0">
                <a:solidFill>
                  <a:srgbClr val="747A94"/>
                </a:solidFill>
                <a:latin typeface="Poppins" pitchFamily="2" charset="77"/>
                <a:cs typeface="Poppins" pitchFamily="2" charset="77"/>
              </a:rPr>
              <a:t>Make a big impact with professional slides and charts.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68DE09-7D57-6543-9728-C9903020A8E7}"/>
              </a:ext>
            </a:extLst>
          </p:cNvPr>
          <p:cNvSpPr txBox="1"/>
          <p:nvPr/>
        </p:nvSpPr>
        <p:spPr>
          <a:xfrm>
            <a:off x="4020532" y="8800382"/>
            <a:ext cx="138875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5995791-54A5-D54A-8C11-DBEA24C62FE4}"/>
              </a:ext>
            </a:extLst>
          </p:cNvPr>
          <p:cNvSpPr txBox="1"/>
          <p:nvPr/>
        </p:nvSpPr>
        <p:spPr>
          <a:xfrm>
            <a:off x="5723640" y="8507036"/>
            <a:ext cx="4206308" cy="14542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20" dirty="0">
                <a:solidFill>
                  <a:srgbClr val="747A94"/>
                </a:solidFill>
                <a:latin typeface="Poppins" pitchFamily="2" charset="77"/>
                <a:cs typeface="Poppins" pitchFamily="2" charset="77"/>
              </a:rPr>
              <a:t>Make a big impact with professional slides and charts.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105EA98-A0DF-CE45-B55F-E9D64985ADFD}"/>
              </a:ext>
            </a:extLst>
          </p:cNvPr>
          <p:cNvSpPr txBox="1"/>
          <p:nvPr/>
        </p:nvSpPr>
        <p:spPr>
          <a:xfrm>
            <a:off x="5126520" y="11125570"/>
            <a:ext cx="138875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F80F3B4-F76C-0C44-A337-BB96C84B80B9}"/>
              </a:ext>
            </a:extLst>
          </p:cNvPr>
          <p:cNvSpPr txBox="1"/>
          <p:nvPr/>
        </p:nvSpPr>
        <p:spPr>
          <a:xfrm>
            <a:off x="6829628" y="10832224"/>
            <a:ext cx="4206308" cy="14542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20" dirty="0">
                <a:solidFill>
                  <a:srgbClr val="747A94"/>
                </a:solidFill>
                <a:latin typeface="Poppins" pitchFamily="2" charset="77"/>
                <a:cs typeface="Poppins" pitchFamily="2" charset="77"/>
              </a:rPr>
              <a:t>Make a big impact with professional slides and charts.</a:t>
            </a:r>
          </a:p>
        </p:txBody>
      </p:sp>
    </p:spTree>
    <p:extLst>
      <p:ext uri="{BB962C8B-B14F-4D97-AF65-F5344CB8AC3E}">
        <p14:creationId xmlns:p14="http://schemas.microsoft.com/office/powerpoint/2010/main" val="22850787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AI - Brain">
      <a:dk1>
        <a:srgbClr val="747993"/>
      </a:dk1>
      <a:lt1>
        <a:srgbClr val="FFFFFF"/>
      </a:lt1>
      <a:dk2>
        <a:srgbClr val="111340"/>
      </a:dk2>
      <a:lt2>
        <a:srgbClr val="FFFFFF"/>
      </a:lt2>
      <a:accent1>
        <a:srgbClr val="FDC300"/>
      </a:accent1>
      <a:accent2>
        <a:srgbClr val="8BC904"/>
      </a:accent2>
      <a:accent3>
        <a:srgbClr val="00B29C"/>
      </a:accent3>
      <a:accent4>
        <a:srgbClr val="0180B0"/>
      </a:accent4>
      <a:accent5>
        <a:srgbClr val="4D54A6"/>
      </a:accent5>
      <a:accent6>
        <a:srgbClr val="783AB1"/>
      </a:accent6>
      <a:hlink>
        <a:srgbClr val="335FFE"/>
      </a:hlink>
      <a:folHlink>
        <a:srgbClr val="CA64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82923</TotalTime>
  <Words>57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Poppins</vt:lpstr>
      <vt:lpstr>Default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>CipherKryptx</dc:creator>
  <cp:keywords/>
  <dc:description/>
  <cp:lastModifiedBy>Mark Robinson Felipe</cp:lastModifiedBy>
  <cp:revision>9768</cp:revision>
  <cp:lastPrinted>2019-09-18T23:04:43Z</cp:lastPrinted>
  <dcterms:created xsi:type="dcterms:W3CDTF">2014-11-12T21:47:38Z</dcterms:created>
  <dcterms:modified xsi:type="dcterms:W3CDTF">2025-11-22T03:09:25Z</dcterms:modified>
  <cp:category/>
</cp:coreProperties>
</file>