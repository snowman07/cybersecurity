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A simple explanation for everyone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A major security flaw in Windows' printing system discovered in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It allowed attackers to remotely take full control of a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A Windows service that manages printing. The flaw lived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Attackers could trick the system into running any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They installed malicious printer drivers to gain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 Any Windows device with Print Spooler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 Install programs, access data, or create admin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 The service is widely used and has powerful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 Emergency patches were released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11: Install updates and disable Print Spooler if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12: Temporary printing issues and rapid patch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13: Patched now, but unupdated systems remain 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14: Update systems, disable unused services, stay aware.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15: Staying safe means keeping software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PrintNightmare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explanation for everyone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PrintNightmare?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major security flaw in Windows' printing system discovered in 2021.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allowed attackers to remotely take full control of a computer.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Print Spooler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Windows service that manages printing. The flaw lived here.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Code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could trick the system into running any commands.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Attackers Exploited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They installed malicious printer drivers to gain access.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Was at Risk?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Windows device with Print Spooler enabled.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Attackers Could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programs, access data, or create admin accounts.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Became Big News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service is widely used and has powerful permissions.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Microsoft's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patches were released quickly.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Users Were Told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updates and disable Print Spooler if not required.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Temporary printing issues and rapid patch deployment.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It Still a Threat?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Patched now, but unupdated systems remain at risk.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systems, disable unused services, stay aware.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Staying safe means keeping software updated.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