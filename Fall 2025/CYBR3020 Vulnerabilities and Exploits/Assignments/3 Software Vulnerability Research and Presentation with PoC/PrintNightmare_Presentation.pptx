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the PrintNightmare Vulnerability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simple, clear explanation for both technical and non-technical audiences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PrintNightmare?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major security flaw in Windows' printing system discovered in 2021.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People Were Worried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 allowed attackers to take full control of a computer remotely.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Windows Print Spooler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service manages printing. The vulnerability existed inside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Remote Code Execution (RCE)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RCE means attackers could run any commands on your computer.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Attack Worked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Attackers tricked the system into installing malicious printer drivers.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Was At Risk?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Any Windows device using the Print Spooler service.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Attackers Could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They could install programs, access data, or create new admin accounts.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Perfect Storm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Widely enabled service + powerful permissions = major threat.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Microsoft Responded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Emergency security patches released to fix the flaw.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Users Were Told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Install updates, disable Print Spooler if not needed.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on Businesses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Temporary printing disruptions, need for rapid patching.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 PrintNightmare Still a Threat?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Patched, but similar risks remain if systems are not updated.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Always update systems</a:t>
            </a:r>
          </a:p>
          <a:p>
            <a:r>
              <a:t>2. Disable unused services</a:t>
            </a:r>
          </a:p>
          <a:p>
            <a:r>
              <a:t>3. Security is everyone's responsibility.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Staying Safe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Keeping software updated prevents most major vulnerabilities.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