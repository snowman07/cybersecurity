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58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831B-17A1-BFF9-34E0-5B67AA6DE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C52FB-0A30-4D77-6F44-D6FEB662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D9A5-3865-A7BF-94F5-57D0CF3D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1CBAC-FD62-FF13-B911-34325E0C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CE5A-26A3-D962-3B39-291AE984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11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828D-EE97-29B1-7F79-7CC7114A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28F5-487D-7FD3-5F45-6D75C3B7F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CF6B9-CBAA-21F3-F71F-C4D46110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7F82E-A668-0041-1C50-07BEE722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B6EB9-AB3A-7298-F976-50664BEC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97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0DD5-08AB-33DE-411E-3628CEB7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689E-63FE-7130-D3ED-EADEB13EB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24E0-7D48-108B-44AE-FA878733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1D11B-69FE-844B-6116-F4B75994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6697-E230-78C0-E225-A8E747D3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84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381F-98C2-DCC8-83CB-0F53D048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86DC-8661-4C4C-EEC7-A07D50DE9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3F245-FC0B-366B-0479-332086877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1A8D6-4CFE-AF22-044A-1073C766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FA79F-541D-0811-CF8F-9401A229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A98BE-12DF-CBA6-44FC-567B09F5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65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D62A-3A28-4B46-F2C7-40F7A54E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E864E-85FC-4C58-4288-72B15C2CC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9506-CAE1-6F59-CB18-DBDFFD57C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DB22B-B482-2B30-ED9F-73ACE7189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5806C-EA5D-1E01-F9D7-1E5FAA7C8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4BACD-5A8B-3D50-D5F6-02597C55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02EF4-F8C3-4BD8-B765-1E518301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B9449-4FA7-E093-A551-C7C8C5B2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90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8120-AEB9-1E36-8022-87D3868C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42A3D-572B-BCD9-937D-4D83CF58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8DD75-A39E-D176-1AF4-7F4C5B75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B10A5-769D-026F-8BB5-0C2A9534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18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F3346-190F-DACD-9849-AB2620AE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318C0-B311-F014-8799-C5C38B53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D2905-5070-612E-488A-A22D3FD6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177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78DE-7CC8-9C2E-E1E7-31DAAA963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A6B2-9021-0817-68E7-E70212AC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43D9-3E60-4F66-AE2A-879879C2D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69E90-8A57-7814-1A2C-E1E8031B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7048A-CFA7-F944-696D-05928CD5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5DA4-2C34-0E65-E5CC-AEA36912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11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8430-2861-9564-F24D-903C3214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183AF-5D26-7B51-83E9-F8504E978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1C35A-21DA-E8AE-C391-C1208640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4938C-313F-F5ED-4851-2ACBAA20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4E301-E318-43EA-E497-8681A70C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1B7B-1ACC-19BA-2D09-27262D13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090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7481-902B-6B82-34F0-F5A3C083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E6094-8BBE-8186-A4D8-3F9041A69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97D32-413F-E115-5C59-65179FA3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C764-22CD-210F-CC61-1FDDB4DA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D1F73-04BF-9082-60EA-26227198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368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CA4AA-718F-8221-1913-807C0D688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FAA51-C2EA-31BC-C817-4BED100A1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370EE-6F0C-EB07-2910-3CADA540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639F0-2DBD-043A-B3E7-99B532ED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6BE1-1B0F-398E-B2D9-A620617D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35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B97AD-1425-FFC3-41E6-5989E04E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B3ED6-8ADE-9384-D4CF-B0F6ED97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8091-FC51-7825-66A1-1D0C435AB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B6423-B1DE-4237-8F7F-6E6EDDBD45EC}" type="datetimeFigureOut">
              <a:rPr lang="en-CA" smtClean="0"/>
              <a:t>2025-12-07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EEDFB-8D89-A892-FAF3-E92960243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8746-4578-20F7-BD1A-77D16C5BB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729C0-A928-4F7A-A211-F18FE8F2E1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F6A9-4DB8-9E30-96E2-205FE3F454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I’ll start off by showing the flow of this presentation:</a:t>
            </a:r>
            <a:br>
              <a:rPr lang="en-US" sz="2400" dirty="0"/>
            </a:br>
            <a:r>
              <a:rPr lang="en-US" sz="2400" dirty="0"/>
              <a:t>- this is the network diagram</a:t>
            </a:r>
            <a:br>
              <a:rPr lang="en-US" sz="2400" dirty="0"/>
            </a:br>
            <a:r>
              <a:rPr lang="en-US" sz="2400" dirty="0"/>
              <a:t>- base from that diagram, state the identified sec gap where u you discuss the current state of the company and the potential risk </a:t>
            </a:r>
            <a:br>
              <a:rPr lang="en-US" sz="2400" dirty="0"/>
            </a:br>
            <a:r>
              <a:rPr lang="en-US" sz="2400" dirty="0"/>
              <a:t>- finally, recommendation and justification which bridge the gap between current state and desired state.</a:t>
            </a:r>
            <a:br>
              <a:rPr lang="en-US" sz="2400" dirty="0"/>
            </a:br>
            <a:endParaRPr lang="en-CA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7753D-4A61-DE55-4FC7-DB79955C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en-CA" sz="2000" dirty="0"/>
              <a:t>Gap Analysis – approach that focuses on identifying the difference or gap between the current state of a risk and its desired state.</a:t>
            </a:r>
          </a:p>
          <a:p>
            <a:r>
              <a:rPr lang="en-CA" sz="2000" dirty="0"/>
              <a:t>Current state – condition of a risk-related factor at a given point in time </a:t>
            </a:r>
          </a:p>
          <a:p>
            <a:r>
              <a:rPr lang="en-CA" sz="2000" dirty="0"/>
              <a:t>Desired state – condition of a risk-related factor that management stated as a goal</a:t>
            </a:r>
          </a:p>
        </p:txBody>
      </p:sp>
    </p:spTree>
    <p:extLst>
      <p:ext uri="{BB962C8B-B14F-4D97-AF65-F5344CB8AC3E}">
        <p14:creationId xmlns:p14="http://schemas.microsoft.com/office/powerpoint/2010/main" val="332820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263D-A122-F231-2279-ACAAC6A9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7124F-BE29-745E-54C7-2AD1A552B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856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B1DB-BC8D-ACFA-EE2D-2D92DFB2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8033-474B-677B-BEC9-5B097E9A1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04326FD1-8524-6C5C-4AEA-556C0E37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2" y="0"/>
            <a:ext cx="6494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115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I’ll start off by showing the flow of this presentation: - this is the network diagram - base from that diagram, state the identified sec gap where u you discuss the current state of the company and the potential risk  - finally, recommendation and justification which bridge the gap between current state and desired state.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 PERSONAL ACOUNT</dc:creator>
  <cp:lastModifiedBy>ARR PERSONAL ACOUNT</cp:lastModifiedBy>
  <cp:revision>3</cp:revision>
  <dcterms:created xsi:type="dcterms:W3CDTF">2025-12-04T19:59:20Z</dcterms:created>
  <dcterms:modified xsi:type="dcterms:W3CDTF">2025-12-08T04:43:35Z</dcterms:modified>
</cp:coreProperties>
</file>